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3" r:id="rId4"/>
    <p:sldId id="277" r:id="rId5"/>
    <p:sldId id="278" r:id="rId6"/>
    <p:sldId id="274" r:id="rId7"/>
    <p:sldId id="260" r:id="rId8"/>
    <p:sldId id="258" r:id="rId9"/>
    <p:sldId id="269" r:id="rId10"/>
    <p:sldId id="270" r:id="rId11"/>
    <p:sldId id="279" r:id="rId12"/>
    <p:sldId id="281" r:id="rId13"/>
    <p:sldId id="259" r:id="rId14"/>
    <p:sldId id="262" r:id="rId15"/>
    <p:sldId id="261" r:id="rId16"/>
    <p:sldId id="282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7B97A3-AA57-4D9E-B344-A19C7373FD7F}" v="4" dt="2026-03-08T21:49:59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6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man Musa" userId="bfb326c82e428740" providerId="LiveId" clId="{7EEF112D-928D-4172-94CC-1E6504EB0FD7}"/>
    <pc:docChg chg="undo redo custSel addSld delSld modSld sldOrd">
      <pc:chgData name="Lukman Musa" userId="bfb326c82e428740" providerId="LiveId" clId="{7EEF112D-928D-4172-94CC-1E6504EB0FD7}" dt="2026-03-08T21:49:59.116" v="2397" actId="1036"/>
      <pc:docMkLst>
        <pc:docMk/>
      </pc:docMkLst>
      <pc:sldChg chg="modSp mod">
        <pc:chgData name="Lukman Musa" userId="bfb326c82e428740" providerId="LiveId" clId="{7EEF112D-928D-4172-94CC-1E6504EB0FD7}" dt="2026-03-07T00:11:41.874" v="208" actId="14100"/>
        <pc:sldMkLst>
          <pc:docMk/>
          <pc:sldMk cId="301799201" sldId="256"/>
        </pc:sldMkLst>
        <pc:spChg chg="mod">
          <ac:chgData name="Lukman Musa" userId="bfb326c82e428740" providerId="LiveId" clId="{7EEF112D-928D-4172-94CC-1E6504EB0FD7}" dt="2026-03-07T00:11:41.874" v="208" actId="14100"/>
          <ac:spMkLst>
            <pc:docMk/>
            <pc:sldMk cId="301799201" sldId="256"/>
            <ac:spMk id="2" creationId="{3B9789CD-BCE3-577B-1C40-4A48B172111E}"/>
          </ac:spMkLst>
        </pc:spChg>
        <pc:spChg chg="mod">
          <ac:chgData name="Lukman Musa" userId="bfb326c82e428740" providerId="LiveId" clId="{7EEF112D-928D-4172-94CC-1E6504EB0FD7}" dt="2026-03-07T00:11:11.855" v="205" actId="14100"/>
          <ac:spMkLst>
            <pc:docMk/>
            <pc:sldMk cId="301799201" sldId="256"/>
            <ac:spMk id="3" creationId="{5FD0774A-1FD0-7E53-680F-58B6613B9BEE}"/>
          </ac:spMkLst>
        </pc:spChg>
      </pc:sldChg>
      <pc:sldChg chg="addSp delSp modSp mod">
        <pc:chgData name="Lukman Musa" userId="bfb326c82e428740" providerId="LiveId" clId="{7EEF112D-928D-4172-94CC-1E6504EB0FD7}" dt="2026-03-07T12:00:19.573" v="976" actId="20577"/>
        <pc:sldMkLst>
          <pc:docMk/>
          <pc:sldMk cId="2678729350" sldId="258"/>
        </pc:sldMkLst>
        <pc:spChg chg="add del mod">
          <ac:chgData name="Lukman Musa" userId="bfb326c82e428740" providerId="LiveId" clId="{7EEF112D-928D-4172-94CC-1E6504EB0FD7}" dt="2026-03-07T11:50:24.849" v="692" actId="26606"/>
          <ac:spMkLst>
            <pc:docMk/>
            <pc:sldMk cId="2678729350" sldId="258"/>
            <ac:spMk id="2" creationId="{B13DCBA9-960C-3387-580D-6E62A6478E6A}"/>
          </ac:spMkLst>
        </pc:spChg>
        <pc:spChg chg="add del">
          <ac:chgData name="Lukman Musa" userId="bfb326c82e428740" providerId="LiveId" clId="{7EEF112D-928D-4172-94CC-1E6504EB0FD7}" dt="2026-03-07T11:50:24.849" v="692" actId="26606"/>
          <ac:spMkLst>
            <pc:docMk/>
            <pc:sldMk cId="2678729350" sldId="258"/>
            <ac:spMk id="2055" creationId="{D4771268-CB57-404A-9271-370EB28F6090}"/>
          </ac:spMkLst>
        </pc:spChg>
        <pc:spChg chg="add mod">
          <ac:chgData name="Lukman Musa" userId="bfb326c82e428740" providerId="LiveId" clId="{7EEF112D-928D-4172-94CC-1E6504EB0FD7}" dt="2026-03-07T12:00:19.573" v="976" actId="20577"/>
          <ac:spMkLst>
            <pc:docMk/>
            <pc:sldMk cId="2678729350" sldId="258"/>
            <ac:spMk id="2059" creationId="{F697B105-3F99-2177-D055-BD8F41D2F40E}"/>
          </ac:spMkLst>
        </pc:spChg>
        <pc:spChg chg="add del">
          <ac:chgData name="Lukman Musa" userId="bfb326c82e428740" providerId="LiveId" clId="{7EEF112D-928D-4172-94CC-1E6504EB0FD7}" dt="2026-03-07T11:50:24.739" v="691" actId="26606"/>
          <ac:spMkLst>
            <pc:docMk/>
            <pc:sldMk cId="2678729350" sldId="258"/>
            <ac:spMk id="2060" creationId="{0B761509-3B9A-49A6-A84B-C3D86811697D}"/>
          </ac:spMkLst>
        </pc:spChg>
        <pc:spChg chg="add del">
          <ac:chgData name="Lukman Musa" userId="bfb326c82e428740" providerId="LiveId" clId="{7EEF112D-928D-4172-94CC-1E6504EB0FD7}" dt="2026-03-07T11:50:24.739" v="691" actId="26606"/>
          <ac:spMkLst>
            <pc:docMk/>
            <pc:sldMk cId="2678729350" sldId="258"/>
            <ac:spMk id="2062" creationId="{91DE43FD-EB47-414A-B0AB-169B0FFFA527}"/>
          </ac:spMkLst>
        </pc:spChg>
        <pc:spChg chg="add mod">
          <ac:chgData name="Lukman Musa" userId="bfb326c82e428740" providerId="LiveId" clId="{7EEF112D-928D-4172-94CC-1E6504EB0FD7}" dt="2026-03-07T11:57:18.652" v="971" actId="26606"/>
          <ac:spMkLst>
            <pc:docMk/>
            <pc:sldMk cId="2678729350" sldId="258"/>
            <ac:spMk id="2068" creationId="{B13DCBA9-960C-3387-580D-6E62A6478E6A}"/>
          </ac:spMkLst>
        </pc:spChg>
        <pc:spChg chg="add del">
          <ac:chgData name="Lukman Musa" userId="bfb326c82e428740" providerId="LiveId" clId="{7EEF112D-928D-4172-94CC-1E6504EB0FD7}" dt="2026-03-07T11:56:26.135" v="960" actId="26606"/>
          <ac:spMkLst>
            <pc:docMk/>
            <pc:sldMk cId="2678729350" sldId="258"/>
            <ac:spMk id="2084" creationId="{B6FACB3C-9069-4791-BC5C-0DB7CD19B853}"/>
          </ac:spMkLst>
        </pc:spChg>
        <pc:spChg chg="add del">
          <ac:chgData name="Lukman Musa" userId="bfb326c82e428740" providerId="LiveId" clId="{7EEF112D-928D-4172-94CC-1E6504EB0FD7}" dt="2026-03-07T11:56:26.135" v="960" actId="26606"/>
          <ac:spMkLst>
            <pc:docMk/>
            <pc:sldMk cId="2678729350" sldId="258"/>
            <ac:spMk id="2085" creationId="{71F2038E-D777-4B76-81DD-DD13EE91B9DD}"/>
          </ac:spMkLst>
        </pc:spChg>
        <pc:grpChg chg="add del">
          <ac:chgData name="Lukman Musa" userId="bfb326c82e428740" providerId="LiveId" clId="{7EEF112D-928D-4172-94CC-1E6504EB0FD7}" dt="2026-03-07T11:50:24.739" v="691" actId="26606"/>
          <ac:grpSpMkLst>
            <pc:docMk/>
            <pc:sldMk cId="2678729350" sldId="258"/>
            <ac:grpSpMk id="2064" creationId="{58495BCC-CE77-4CC2-952E-846F41119FD5}"/>
          </ac:grpSpMkLst>
        </pc:grpChg>
        <pc:grpChg chg="add del">
          <ac:chgData name="Lukman Musa" userId="bfb326c82e428740" providerId="LiveId" clId="{7EEF112D-928D-4172-94CC-1E6504EB0FD7}" dt="2026-03-07T11:56:26.135" v="961" actId="26606"/>
          <ac:grpSpMkLst>
            <pc:docMk/>
            <pc:sldMk cId="2678729350" sldId="258"/>
            <ac:grpSpMk id="2069" creationId="{6258F736-B256-8039-9DC6-F4E49A5C5AD5}"/>
          </ac:grpSpMkLst>
        </pc:grpChg>
        <pc:grpChg chg="add del">
          <ac:chgData name="Lukman Musa" userId="bfb326c82e428740" providerId="LiveId" clId="{7EEF112D-928D-4172-94CC-1E6504EB0FD7}" dt="2026-03-07T11:56:20.061" v="958" actId="26606"/>
          <ac:grpSpMkLst>
            <pc:docMk/>
            <pc:sldMk cId="2678729350" sldId="258"/>
            <ac:grpSpMk id="2075" creationId="{6258F736-B256-8039-9DC6-F4E49A5C5AD5}"/>
          </ac:grpSpMkLst>
        </pc:grpChg>
        <pc:grpChg chg="add del">
          <ac:chgData name="Lukman Musa" userId="bfb326c82e428740" providerId="LiveId" clId="{7EEF112D-928D-4172-94CC-1E6504EB0FD7}" dt="2026-03-07T11:56:26.135" v="960" actId="26606"/>
          <ac:grpSpMkLst>
            <pc:docMk/>
            <pc:sldMk cId="2678729350" sldId="258"/>
            <ac:grpSpMk id="2079" creationId="{DD354807-230F-4402-B1B9-F733A8F1F190}"/>
          </ac:grpSpMkLst>
        </pc:grpChg>
        <pc:grpChg chg="add del">
          <ac:chgData name="Lukman Musa" userId="bfb326c82e428740" providerId="LiveId" clId="{7EEF112D-928D-4172-94CC-1E6504EB0FD7}" dt="2026-03-07T11:57:18.652" v="971" actId="26606"/>
          <ac:grpSpMkLst>
            <pc:docMk/>
            <pc:sldMk cId="2678729350" sldId="258"/>
            <ac:grpSpMk id="2087" creationId="{6258F736-B256-8039-9DC6-F4E49A5C5AD5}"/>
          </ac:grpSpMkLst>
        </pc:grpChg>
        <pc:grpChg chg="add">
          <ac:chgData name="Lukman Musa" userId="bfb326c82e428740" providerId="LiveId" clId="{7EEF112D-928D-4172-94CC-1E6504EB0FD7}" dt="2026-03-07T11:57:18.652" v="971" actId="26606"/>
          <ac:grpSpMkLst>
            <pc:docMk/>
            <pc:sldMk cId="2678729350" sldId="258"/>
            <ac:grpSpMk id="2092" creationId="{3AFCAD34-1AFC-BC1A-F6B2-C34C63912EAB}"/>
          </ac:grpSpMkLst>
        </pc:grpChg>
        <pc:picChg chg="add del mod">
          <ac:chgData name="Lukman Musa" userId="bfb326c82e428740" providerId="LiveId" clId="{7EEF112D-928D-4172-94CC-1E6504EB0FD7}" dt="2026-03-07T11:52:58.455" v="782" actId="22"/>
          <ac:picMkLst>
            <pc:docMk/>
            <pc:sldMk cId="2678729350" sldId="258"/>
            <ac:picMk id="4" creationId="{52149C0E-3430-067C-E003-012E35EE586B}"/>
          </ac:picMkLst>
        </pc:picChg>
        <pc:picChg chg="mod">
          <ac:chgData name="Lukman Musa" userId="bfb326c82e428740" providerId="LiveId" clId="{7EEF112D-928D-4172-94CC-1E6504EB0FD7}" dt="2026-03-07T11:57:18.652" v="971" actId="26606"/>
          <ac:picMkLst>
            <pc:docMk/>
            <pc:sldMk cId="2678729350" sldId="258"/>
            <ac:picMk id="2050" creationId="{E023E005-8B21-AAD1-E86F-3342CA96FF37}"/>
          </ac:picMkLst>
        </pc:picChg>
        <pc:inkChg chg="add">
          <ac:chgData name="Lukman Musa" userId="bfb326c82e428740" providerId="LiveId" clId="{7EEF112D-928D-4172-94CC-1E6504EB0FD7}" dt="2026-03-07T11:58:31.340" v="972" actId="9405"/>
          <ac:inkMkLst>
            <pc:docMk/>
            <pc:sldMk cId="2678729350" sldId="258"/>
            <ac:inkMk id="5" creationId="{B589E8BC-6378-E990-090B-E51CE1CD4D8C}"/>
          </ac:inkMkLst>
        </pc:inkChg>
      </pc:sldChg>
      <pc:sldChg chg="modSp new mod">
        <pc:chgData name="Lukman Musa" userId="bfb326c82e428740" providerId="LiveId" clId="{7EEF112D-928D-4172-94CC-1E6504EB0FD7}" dt="2026-03-07T12:01:15.160" v="978" actId="113"/>
        <pc:sldMkLst>
          <pc:docMk/>
          <pc:sldMk cId="3248843587" sldId="260"/>
        </pc:sldMkLst>
        <pc:spChg chg="mod">
          <ac:chgData name="Lukman Musa" userId="bfb326c82e428740" providerId="LiveId" clId="{7EEF112D-928D-4172-94CC-1E6504EB0FD7}" dt="2026-03-07T12:01:15.160" v="978" actId="113"/>
          <ac:spMkLst>
            <pc:docMk/>
            <pc:sldMk cId="3248843587" sldId="260"/>
            <ac:spMk id="2" creationId="{251ECC22-AF27-AA6E-31B4-042162CC2300}"/>
          </ac:spMkLst>
        </pc:spChg>
      </pc:sldChg>
      <pc:sldChg chg="modSp add mod ord">
        <pc:chgData name="Lukman Musa" userId="bfb326c82e428740" providerId="LiveId" clId="{7EEF112D-928D-4172-94CC-1E6504EB0FD7}" dt="2026-03-08T19:15:32.705" v="2394" actId="20577"/>
        <pc:sldMkLst>
          <pc:docMk/>
          <pc:sldMk cId="3065717408" sldId="261"/>
        </pc:sldMkLst>
        <pc:spChg chg="mod">
          <ac:chgData name="Lukman Musa" userId="bfb326c82e428740" providerId="LiveId" clId="{7EEF112D-928D-4172-94CC-1E6504EB0FD7}" dt="2026-03-08T19:15:32.705" v="2394" actId="20577"/>
          <ac:spMkLst>
            <pc:docMk/>
            <pc:sldMk cId="3065717408" sldId="261"/>
            <ac:spMk id="2" creationId="{F96DF1C7-88AC-A5A4-143A-682F89C41FE6}"/>
          </ac:spMkLst>
        </pc:spChg>
        <pc:spChg chg="mod">
          <ac:chgData name="Lukman Musa" userId="bfb326c82e428740" providerId="LiveId" clId="{7EEF112D-928D-4172-94CC-1E6504EB0FD7}" dt="2026-03-08T19:15:00.673" v="2393" actId="20577"/>
          <ac:spMkLst>
            <pc:docMk/>
            <pc:sldMk cId="3065717408" sldId="261"/>
            <ac:spMk id="3" creationId="{41B46E67-1EF3-4E41-E404-B3FEA2D680F3}"/>
          </ac:spMkLst>
        </pc:spChg>
      </pc:sldChg>
      <pc:sldChg chg="addSp delSp modSp new mod">
        <pc:chgData name="Lukman Musa" userId="bfb326c82e428740" providerId="LiveId" clId="{7EEF112D-928D-4172-94CC-1E6504EB0FD7}" dt="2026-03-07T12:17:21.734" v="1086" actId="26606"/>
        <pc:sldMkLst>
          <pc:docMk/>
          <pc:sldMk cId="226809138" sldId="262"/>
        </pc:sldMkLst>
        <pc:spChg chg="mod">
          <ac:chgData name="Lukman Musa" userId="bfb326c82e428740" providerId="LiveId" clId="{7EEF112D-928D-4172-94CC-1E6504EB0FD7}" dt="2026-03-07T12:17:21.734" v="1086" actId="26606"/>
          <ac:spMkLst>
            <pc:docMk/>
            <pc:sldMk cId="226809138" sldId="262"/>
            <ac:spMk id="2" creationId="{B8AB2149-BFDF-6788-7211-92BD5FA25B32}"/>
          </ac:spMkLst>
        </pc:spChg>
        <pc:spChg chg="mod">
          <ac:chgData name="Lukman Musa" userId="bfb326c82e428740" providerId="LiveId" clId="{7EEF112D-928D-4172-94CC-1E6504EB0FD7}" dt="2026-03-07T00:03:32.925" v="180" actId="2711"/>
          <ac:spMkLst>
            <pc:docMk/>
            <pc:sldMk cId="226809138" sldId="262"/>
            <ac:spMk id="3" creationId="{4221B888-C4A0-C8FE-00A7-1F9E62ED7FB6}"/>
          </ac:spMkLst>
        </pc:spChg>
        <pc:spChg chg="del">
          <ac:chgData name="Lukman Musa" userId="bfb326c82e428740" providerId="LiveId" clId="{7EEF112D-928D-4172-94CC-1E6504EB0FD7}" dt="2026-03-07T12:17:21.734" v="1086" actId="26606"/>
          <ac:spMkLst>
            <pc:docMk/>
            <pc:sldMk cId="226809138" sldId="262"/>
            <ac:spMk id="9" creationId="{BACC6370-2D7E-4714-9D71-7542949D7D5D}"/>
          </ac:spMkLst>
        </pc:spChg>
        <pc:spChg chg="del">
          <ac:chgData name="Lukman Musa" userId="bfb326c82e428740" providerId="LiveId" clId="{7EEF112D-928D-4172-94CC-1E6504EB0FD7}" dt="2026-03-07T12:17:21.734" v="1086" actId="26606"/>
          <ac:spMkLst>
            <pc:docMk/>
            <pc:sldMk cId="226809138" sldId="262"/>
            <ac:spMk id="11" creationId="{256B2C21-A230-48C0-8DF1-C46611373C44}"/>
          </ac:spMkLst>
        </pc:spChg>
        <pc:spChg chg="del">
          <ac:chgData name="Lukman Musa" userId="bfb326c82e428740" providerId="LiveId" clId="{7EEF112D-928D-4172-94CC-1E6504EB0FD7}" dt="2026-03-07T12:17:21.734" v="1086" actId="26606"/>
          <ac:spMkLst>
            <pc:docMk/>
            <pc:sldMk cId="226809138" sldId="262"/>
            <ac:spMk id="13" creationId="{3847E18C-932D-4C95-AABA-FEC7C9499AD7}"/>
          </ac:spMkLst>
        </pc:spChg>
        <pc:spChg chg="del">
          <ac:chgData name="Lukman Musa" userId="bfb326c82e428740" providerId="LiveId" clId="{7EEF112D-928D-4172-94CC-1E6504EB0FD7}" dt="2026-03-07T12:17:21.734" v="1086" actId="26606"/>
          <ac:spMkLst>
            <pc:docMk/>
            <pc:sldMk cId="226809138" sldId="262"/>
            <ac:spMk id="15" creationId="{3150CB11-0C61-439E-910F-5787759E72A0}"/>
          </ac:spMkLst>
        </pc:spChg>
        <pc:spChg chg="del">
          <ac:chgData name="Lukman Musa" userId="bfb326c82e428740" providerId="LiveId" clId="{7EEF112D-928D-4172-94CC-1E6504EB0FD7}" dt="2026-03-07T12:17:21.734" v="1086" actId="26606"/>
          <ac:spMkLst>
            <pc:docMk/>
            <pc:sldMk cId="226809138" sldId="262"/>
            <ac:spMk id="17" creationId="{43F8A58B-5155-44CE-A5FF-7647B47D0A7A}"/>
          </ac:spMkLst>
        </pc:spChg>
        <pc:spChg chg="del">
          <ac:chgData name="Lukman Musa" userId="bfb326c82e428740" providerId="LiveId" clId="{7EEF112D-928D-4172-94CC-1E6504EB0FD7}" dt="2026-03-07T12:17:21.734" v="1086" actId="26606"/>
          <ac:spMkLst>
            <pc:docMk/>
            <pc:sldMk cId="226809138" sldId="262"/>
            <ac:spMk id="19" creationId="{443F2ACA-E6D6-4028-82DD-F03C262D5DE6}"/>
          </ac:spMkLst>
        </pc:spChg>
        <pc:spChg chg="add">
          <ac:chgData name="Lukman Musa" userId="bfb326c82e428740" providerId="LiveId" clId="{7EEF112D-928D-4172-94CC-1E6504EB0FD7}" dt="2026-03-07T12:17:21.734" v="1086" actId="26606"/>
          <ac:spMkLst>
            <pc:docMk/>
            <pc:sldMk cId="226809138" sldId="262"/>
            <ac:spMk id="24" creationId="{BACC6370-2D7E-4714-9D71-7542949D7D5D}"/>
          </ac:spMkLst>
        </pc:spChg>
        <pc:spChg chg="add">
          <ac:chgData name="Lukman Musa" userId="bfb326c82e428740" providerId="LiveId" clId="{7EEF112D-928D-4172-94CC-1E6504EB0FD7}" dt="2026-03-07T12:17:21.734" v="1086" actId="26606"/>
          <ac:spMkLst>
            <pc:docMk/>
            <pc:sldMk cId="226809138" sldId="262"/>
            <ac:spMk id="26" creationId="{F68B3F68-107C-434F-AA38-110D5EA91B85}"/>
          </ac:spMkLst>
        </pc:spChg>
        <pc:spChg chg="add">
          <ac:chgData name="Lukman Musa" userId="bfb326c82e428740" providerId="LiveId" clId="{7EEF112D-928D-4172-94CC-1E6504EB0FD7}" dt="2026-03-07T12:17:21.734" v="1086" actId="26606"/>
          <ac:spMkLst>
            <pc:docMk/>
            <pc:sldMk cId="226809138" sldId="262"/>
            <ac:spMk id="28" creationId="{AAD0DBB9-1A4B-4391-81D4-CB19F9AB918A}"/>
          </ac:spMkLst>
        </pc:spChg>
      </pc:sldChg>
      <pc:sldChg chg="new">
        <pc:chgData name="Lukman Musa" userId="bfb326c82e428740" providerId="LiveId" clId="{7EEF112D-928D-4172-94CC-1E6504EB0FD7}" dt="2026-03-07T00:04:19.480" v="186" actId="680"/>
        <pc:sldMkLst>
          <pc:docMk/>
          <pc:sldMk cId="2816760728" sldId="263"/>
        </pc:sldMkLst>
      </pc:sldChg>
      <pc:sldChg chg="modSp add mod">
        <pc:chgData name="Lukman Musa" userId="bfb326c82e428740" providerId="LiveId" clId="{7EEF112D-928D-4172-94CC-1E6504EB0FD7}" dt="2026-03-07T00:07:05.380" v="192" actId="20577"/>
        <pc:sldMkLst>
          <pc:docMk/>
          <pc:sldMk cId="51225400" sldId="264"/>
        </pc:sldMkLst>
        <pc:spChg chg="mod">
          <ac:chgData name="Lukman Musa" userId="bfb326c82e428740" providerId="LiveId" clId="{7EEF112D-928D-4172-94CC-1E6504EB0FD7}" dt="2026-03-07T00:07:05.380" v="192" actId="20577"/>
          <ac:spMkLst>
            <pc:docMk/>
            <pc:sldMk cId="51225400" sldId="264"/>
            <ac:spMk id="3" creationId="{E0DC14D5-DA9F-C6F8-2059-34F9CE7C2F72}"/>
          </ac:spMkLst>
        </pc:spChg>
      </pc:sldChg>
      <pc:sldChg chg="addSp delSp modSp new mod">
        <pc:chgData name="Lukman Musa" userId="bfb326c82e428740" providerId="LiveId" clId="{7EEF112D-928D-4172-94CC-1E6504EB0FD7}" dt="2026-03-07T00:26:59.304" v="559" actId="20577"/>
        <pc:sldMkLst>
          <pc:docMk/>
          <pc:sldMk cId="2453235603" sldId="265"/>
        </pc:sldMkLst>
        <pc:spChg chg="mod">
          <ac:chgData name="Lukman Musa" userId="bfb326c82e428740" providerId="LiveId" clId="{7EEF112D-928D-4172-94CC-1E6504EB0FD7}" dt="2026-03-07T00:13:34.281" v="231" actId="20577"/>
          <ac:spMkLst>
            <pc:docMk/>
            <pc:sldMk cId="2453235603" sldId="265"/>
            <ac:spMk id="2" creationId="{6ABF8DA6-DF3D-4826-C64B-013BE18BEC51}"/>
          </ac:spMkLst>
        </pc:spChg>
        <pc:spChg chg="add del mod">
          <ac:chgData name="Lukman Musa" userId="bfb326c82e428740" providerId="LiveId" clId="{7EEF112D-928D-4172-94CC-1E6504EB0FD7}" dt="2026-03-07T00:26:59.304" v="559" actId="20577"/>
          <ac:spMkLst>
            <pc:docMk/>
            <pc:sldMk cId="2453235603" sldId="265"/>
            <ac:spMk id="3" creationId="{7414389C-3388-B67B-6BF1-7520576D9E15}"/>
          </ac:spMkLst>
        </pc:spChg>
        <pc:graphicFrameChg chg="add del modGraphic">
          <ac:chgData name="Lukman Musa" userId="bfb326c82e428740" providerId="LiveId" clId="{7EEF112D-928D-4172-94CC-1E6504EB0FD7}" dt="2026-03-07T00:16:00.922" v="236" actId="1032"/>
          <ac:graphicFrameMkLst>
            <pc:docMk/>
            <pc:sldMk cId="2453235603" sldId="265"/>
            <ac:graphicFrameMk id="4" creationId="{D5E426BA-82A8-D8A3-E4A7-CCD97AEE71A6}"/>
          </ac:graphicFrameMkLst>
        </pc:graphicFrameChg>
      </pc:sldChg>
      <pc:sldChg chg="addSp delSp new mod">
        <pc:chgData name="Lukman Musa" userId="bfb326c82e428740" providerId="LiveId" clId="{7EEF112D-928D-4172-94CC-1E6504EB0FD7}" dt="2026-03-07T00:23:33.756" v="532" actId="22"/>
        <pc:sldMkLst>
          <pc:docMk/>
          <pc:sldMk cId="815533479" sldId="266"/>
        </pc:sldMkLst>
        <pc:spChg chg="add del">
          <ac:chgData name="Lukman Musa" userId="bfb326c82e428740" providerId="LiveId" clId="{7EEF112D-928D-4172-94CC-1E6504EB0FD7}" dt="2026-03-07T00:23:33.756" v="532" actId="22"/>
          <ac:spMkLst>
            <pc:docMk/>
            <pc:sldMk cId="815533479" sldId="266"/>
            <ac:spMk id="5" creationId="{4A1321F3-9DE4-3613-0B6A-24B34810EF04}"/>
          </ac:spMkLst>
        </pc:spChg>
      </pc:sldChg>
      <pc:sldChg chg="new">
        <pc:chgData name="Lukman Musa" userId="bfb326c82e428740" providerId="LiveId" clId="{7EEF112D-928D-4172-94CC-1E6504EB0FD7}" dt="2026-03-07T00:28:25.521" v="560" actId="680"/>
        <pc:sldMkLst>
          <pc:docMk/>
          <pc:sldMk cId="2379869212" sldId="267"/>
        </pc:sldMkLst>
      </pc:sldChg>
      <pc:sldChg chg="modSp add mod">
        <pc:chgData name="Lukman Musa" userId="bfb326c82e428740" providerId="LiveId" clId="{7EEF112D-928D-4172-94CC-1E6504EB0FD7}" dt="2026-03-08T18:56:49.220" v="1672" actId="20577"/>
        <pc:sldMkLst>
          <pc:docMk/>
          <pc:sldMk cId="4271120449" sldId="268"/>
        </pc:sldMkLst>
        <pc:spChg chg="mod">
          <ac:chgData name="Lukman Musa" userId="bfb326c82e428740" providerId="LiveId" clId="{7EEF112D-928D-4172-94CC-1E6504EB0FD7}" dt="2026-03-08T18:56:49.220" v="1672" actId="20577"/>
          <ac:spMkLst>
            <pc:docMk/>
            <pc:sldMk cId="4271120449" sldId="268"/>
            <ac:spMk id="3" creationId="{DC39F200-1D41-F8D6-ED50-FDE0EE28C05E}"/>
          </ac:spMkLst>
        </pc:spChg>
      </pc:sldChg>
      <pc:sldChg chg="modSp">
        <pc:chgData name="Lukman Musa" userId="bfb326c82e428740" providerId="LiveId" clId="{7EEF112D-928D-4172-94CC-1E6504EB0FD7}" dt="2026-03-08T21:49:59.116" v="2397" actId="1036"/>
        <pc:sldMkLst>
          <pc:docMk/>
          <pc:sldMk cId="2259668936" sldId="269"/>
        </pc:sldMkLst>
        <pc:picChg chg="mod">
          <ac:chgData name="Lukman Musa" userId="bfb326c82e428740" providerId="LiveId" clId="{7EEF112D-928D-4172-94CC-1E6504EB0FD7}" dt="2026-03-08T21:49:59.116" v="2397" actId="1036"/>
          <ac:picMkLst>
            <pc:docMk/>
            <pc:sldMk cId="2259668936" sldId="269"/>
            <ac:picMk id="3074" creationId="{8C2D116B-1BDF-1FD6-46B9-EF1DFB83D8E7}"/>
          </ac:picMkLst>
        </pc:picChg>
      </pc:sldChg>
      <pc:sldChg chg="addSp delSp modSp mod">
        <pc:chgData name="Lukman Musa" userId="bfb326c82e428740" providerId="LiveId" clId="{7EEF112D-928D-4172-94CC-1E6504EB0FD7}" dt="2026-03-07T12:02:37.240" v="981" actId="14100"/>
        <pc:sldMkLst>
          <pc:docMk/>
          <pc:sldMk cId="2573828895" sldId="270"/>
        </pc:sldMkLst>
        <pc:spChg chg="mod">
          <ac:chgData name="Lukman Musa" userId="bfb326c82e428740" providerId="LiveId" clId="{7EEF112D-928D-4172-94CC-1E6504EB0FD7}" dt="2026-03-07T12:02:08.959" v="979" actId="26606"/>
          <ac:spMkLst>
            <pc:docMk/>
            <pc:sldMk cId="2573828895" sldId="270"/>
            <ac:spMk id="2" creationId="{763419CC-4258-D099-84D2-897FE83AD583}"/>
          </ac:spMkLst>
        </pc:spChg>
        <pc:spChg chg="mod">
          <ac:chgData name="Lukman Musa" userId="bfb326c82e428740" providerId="LiveId" clId="{7EEF112D-928D-4172-94CC-1E6504EB0FD7}" dt="2026-03-07T12:02:08.959" v="979" actId="26606"/>
          <ac:spMkLst>
            <pc:docMk/>
            <pc:sldMk cId="2573828895" sldId="270"/>
            <ac:spMk id="6150" creationId="{454F7BBF-1424-6B15-73EC-9E815847C2C0}"/>
          </ac:spMkLst>
        </pc:spChg>
        <pc:spChg chg="del">
          <ac:chgData name="Lukman Musa" userId="bfb326c82e428740" providerId="LiveId" clId="{7EEF112D-928D-4172-94CC-1E6504EB0FD7}" dt="2026-03-07T12:02:08.959" v="979" actId="26606"/>
          <ac:spMkLst>
            <pc:docMk/>
            <pc:sldMk cId="2573828895" sldId="270"/>
            <ac:spMk id="6153" creationId="{2B97F24A-32CE-4C1C-A50D-3016B394DCFB}"/>
          </ac:spMkLst>
        </pc:spChg>
        <pc:spChg chg="del">
          <ac:chgData name="Lukman Musa" userId="bfb326c82e428740" providerId="LiveId" clId="{7EEF112D-928D-4172-94CC-1E6504EB0FD7}" dt="2026-03-07T12:02:08.959" v="979" actId="26606"/>
          <ac:spMkLst>
            <pc:docMk/>
            <pc:sldMk cId="2573828895" sldId="270"/>
            <ac:spMk id="6155" creationId="{6357EC4F-235E-4222-A36F-C7878ACE37F2}"/>
          </ac:spMkLst>
        </pc:spChg>
        <pc:grpChg chg="add">
          <ac:chgData name="Lukman Musa" userId="bfb326c82e428740" providerId="LiveId" clId="{7EEF112D-928D-4172-94CC-1E6504EB0FD7}" dt="2026-03-07T12:02:08.959" v="979" actId="26606"/>
          <ac:grpSpMkLst>
            <pc:docMk/>
            <pc:sldMk cId="2573828895" sldId="270"/>
            <ac:grpSpMk id="6160" creationId="{114ED94A-C85D-4CD3-4205-438D21CE6B38}"/>
          </ac:grpSpMkLst>
        </pc:grpChg>
        <pc:picChg chg="mod">
          <ac:chgData name="Lukman Musa" userId="bfb326c82e428740" providerId="LiveId" clId="{7EEF112D-928D-4172-94CC-1E6504EB0FD7}" dt="2026-03-07T12:02:37.240" v="981" actId="14100"/>
          <ac:picMkLst>
            <pc:docMk/>
            <pc:sldMk cId="2573828895" sldId="270"/>
            <ac:picMk id="6146" creationId="{162D64D5-DD2C-2E97-5756-B6B049A50C20}"/>
          </ac:picMkLst>
        </pc:picChg>
      </pc:sldChg>
      <pc:sldChg chg="ord">
        <pc:chgData name="Lukman Musa" userId="bfb326c82e428740" providerId="LiveId" clId="{7EEF112D-928D-4172-94CC-1E6504EB0FD7}" dt="2026-03-07T11:44:54.063" v="619"/>
        <pc:sldMkLst>
          <pc:docMk/>
          <pc:sldMk cId="4291990055" sldId="274"/>
        </pc:sldMkLst>
      </pc:sldChg>
      <pc:sldChg chg="addSp delSp modSp mod">
        <pc:chgData name="Lukman Musa" userId="bfb326c82e428740" providerId="LiveId" clId="{7EEF112D-928D-4172-94CC-1E6504EB0FD7}" dt="2026-03-08T21:48:45.241" v="2396" actId="1036"/>
        <pc:sldMkLst>
          <pc:docMk/>
          <pc:sldMk cId="2528527337" sldId="279"/>
        </pc:sldMkLst>
        <pc:spChg chg="mod">
          <ac:chgData name="Lukman Musa" userId="bfb326c82e428740" providerId="LiveId" clId="{7EEF112D-928D-4172-94CC-1E6504EB0FD7}" dt="2026-03-07T12:08:47.207" v="1045" actId="20577"/>
          <ac:spMkLst>
            <pc:docMk/>
            <pc:sldMk cId="2528527337" sldId="279"/>
            <ac:spMk id="2" creationId="{DE4B6CE8-26F8-3003-29EF-0AF4D89F2C9F}"/>
          </ac:spMkLst>
        </pc:spChg>
        <pc:spChg chg="mod">
          <ac:chgData name="Lukman Musa" userId="bfb326c82e428740" providerId="LiveId" clId="{7EEF112D-928D-4172-94CC-1E6504EB0FD7}" dt="2026-03-07T12:08:42.682" v="1043" actId="26606"/>
          <ac:spMkLst>
            <pc:docMk/>
            <pc:sldMk cId="2528527337" sldId="279"/>
            <ac:spMk id="8198" creationId="{CE0CFE78-471D-3F78-76EE-7306DAB1DC2F}"/>
          </ac:spMkLst>
        </pc:spChg>
        <pc:spChg chg="add">
          <ac:chgData name="Lukman Musa" userId="bfb326c82e428740" providerId="LiveId" clId="{7EEF112D-928D-4172-94CC-1E6504EB0FD7}" dt="2026-03-07T12:08:42.682" v="1043" actId="26606"/>
          <ac:spMkLst>
            <pc:docMk/>
            <pc:sldMk cId="2528527337" sldId="279"/>
            <ac:spMk id="8222" creationId="{2B97F24A-32CE-4C1C-A50D-3016B394DCFB}"/>
          </ac:spMkLst>
        </pc:spChg>
        <pc:spChg chg="add">
          <ac:chgData name="Lukman Musa" userId="bfb326c82e428740" providerId="LiveId" clId="{7EEF112D-928D-4172-94CC-1E6504EB0FD7}" dt="2026-03-07T12:08:42.682" v="1043" actId="26606"/>
          <ac:spMkLst>
            <pc:docMk/>
            <pc:sldMk cId="2528527337" sldId="279"/>
            <ac:spMk id="8224" creationId="{CD8B4F24-440B-49E9-B85D-733523DC064B}"/>
          </ac:spMkLst>
        </pc:spChg>
        <pc:grpChg chg="del">
          <ac:chgData name="Lukman Musa" userId="bfb326c82e428740" providerId="LiveId" clId="{7EEF112D-928D-4172-94CC-1E6504EB0FD7}" dt="2026-03-07T12:08:42.682" v="1043" actId="26606"/>
          <ac:grpSpMkLst>
            <pc:docMk/>
            <pc:sldMk cId="2528527337" sldId="279"/>
            <ac:grpSpMk id="8215" creationId="{6258F736-B256-8039-9DC6-F4E49A5C5AD5}"/>
          </ac:grpSpMkLst>
        </pc:grpChg>
        <pc:picChg chg="mod">
          <ac:chgData name="Lukman Musa" userId="bfb326c82e428740" providerId="LiveId" clId="{7EEF112D-928D-4172-94CC-1E6504EB0FD7}" dt="2026-03-08T21:48:45.241" v="2396" actId="1036"/>
          <ac:picMkLst>
            <pc:docMk/>
            <pc:sldMk cId="2528527337" sldId="279"/>
            <ac:picMk id="8194" creationId="{09B42F02-7D9E-23FB-41BE-392A7B35E4D1}"/>
          </ac:picMkLst>
        </pc:picChg>
      </pc:sldChg>
      <pc:sldChg chg="modSp new del mod">
        <pc:chgData name="Lukman Musa" userId="bfb326c82e428740" providerId="LiveId" clId="{7EEF112D-928D-4172-94CC-1E6504EB0FD7}" dt="2026-03-07T11:59:01.258" v="973" actId="47"/>
        <pc:sldMkLst>
          <pc:docMk/>
          <pc:sldMk cId="643461463" sldId="281"/>
        </pc:sldMkLst>
        <pc:spChg chg="mod">
          <ac:chgData name="Lukman Musa" userId="bfb326c82e428740" providerId="LiveId" clId="{7EEF112D-928D-4172-94CC-1E6504EB0FD7}" dt="2026-03-07T11:53:56.626" v="791" actId="255"/>
          <ac:spMkLst>
            <pc:docMk/>
            <pc:sldMk cId="643461463" sldId="281"/>
            <ac:spMk id="3" creationId="{CAF18C64-CC3D-FF2D-9009-0599C7A047FC}"/>
          </ac:spMkLst>
        </pc:spChg>
      </pc:sldChg>
      <pc:sldChg chg="addSp delSp modSp new mod setBg">
        <pc:chgData name="Lukman Musa" userId="bfb326c82e428740" providerId="LiveId" clId="{7EEF112D-928D-4172-94CC-1E6504EB0FD7}" dt="2026-03-07T12:30:49.157" v="1468" actId="26606"/>
        <pc:sldMkLst>
          <pc:docMk/>
          <pc:sldMk cId="3648134276" sldId="281"/>
        </pc:sldMkLst>
        <pc:spChg chg="mod">
          <ac:chgData name="Lukman Musa" userId="bfb326c82e428740" providerId="LiveId" clId="{7EEF112D-928D-4172-94CC-1E6504EB0FD7}" dt="2026-03-07T12:30:49.157" v="1468" actId="26606"/>
          <ac:spMkLst>
            <pc:docMk/>
            <pc:sldMk cId="3648134276" sldId="281"/>
            <ac:spMk id="2" creationId="{03069A1F-BE27-E926-E03A-DAB403E8BAE7}"/>
          </ac:spMkLst>
        </pc:spChg>
        <pc:spChg chg="del mod">
          <ac:chgData name="Lukman Musa" userId="bfb326c82e428740" providerId="LiveId" clId="{7EEF112D-928D-4172-94CC-1E6504EB0FD7}" dt="2026-03-07T12:30:49.157" v="1468" actId="26606"/>
          <ac:spMkLst>
            <pc:docMk/>
            <pc:sldMk cId="3648134276" sldId="281"/>
            <ac:spMk id="3" creationId="{82072FEF-69CC-659A-80DA-77852E1353F9}"/>
          </ac:spMkLst>
        </pc:spChg>
        <pc:spChg chg="add">
          <ac:chgData name="Lukman Musa" userId="bfb326c82e428740" providerId="LiveId" clId="{7EEF112D-928D-4172-94CC-1E6504EB0FD7}" dt="2026-03-07T12:30:49.157" v="1468" actId="26606"/>
          <ac:spMkLst>
            <pc:docMk/>
            <pc:sldMk cId="3648134276" sldId="281"/>
            <ac:spMk id="9" creationId="{BACC6370-2D7E-4714-9D71-7542949D7D5D}"/>
          </ac:spMkLst>
        </pc:spChg>
        <pc:spChg chg="add">
          <ac:chgData name="Lukman Musa" userId="bfb326c82e428740" providerId="LiveId" clId="{7EEF112D-928D-4172-94CC-1E6504EB0FD7}" dt="2026-03-07T12:30:49.157" v="1468" actId="26606"/>
          <ac:spMkLst>
            <pc:docMk/>
            <pc:sldMk cId="3648134276" sldId="281"/>
            <ac:spMk id="11" creationId="{256B2C21-A230-48C0-8DF1-C46611373C44}"/>
          </ac:spMkLst>
        </pc:spChg>
        <pc:spChg chg="add">
          <ac:chgData name="Lukman Musa" userId="bfb326c82e428740" providerId="LiveId" clId="{7EEF112D-928D-4172-94CC-1E6504EB0FD7}" dt="2026-03-07T12:30:49.157" v="1468" actId="26606"/>
          <ac:spMkLst>
            <pc:docMk/>
            <pc:sldMk cId="3648134276" sldId="281"/>
            <ac:spMk id="13" creationId="{3847E18C-932D-4C95-AABA-FEC7C9499AD7}"/>
          </ac:spMkLst>
        </pc:spChg>
        <pc:spChg chg="add">
          <ac:chgData name="Lukman Musa" userId="bfb326c82e428740" providerId="LiveId" clId="{7EEF112D-928D-4172-94CC-1E6504EB0FD7}" dt="2026-03-07T12:30:49.157" v="1468" actId="26606"/>
          <ac:spMkLst>
            <pc:docMk/>
            <pc:sldMk cId="3648134276" sldId="281"/>
            <ac:spMk id="15" creationId="{3150CB11-0C61-439E-910F-5787759E72A0}"/>
          </ac:spMkLst>
        </pc:spChg>
        <pc:spChg chg="add">
          <ac:chgData name="Lukman Musa" userId="bfb326c82e428740" providerId="LiveId" clId="{7EEF112D-928D-4172-94CC-1E6504EB0FD7}" dt="2026-03-07T12:30:49.157" v="1468" actId="26606"/>
          <ac:spMkLst>
            <pc:docMk/>
            <pc:sldMk cId="3648134276" sldId="281"/>
            <ac:spMk id="17" creationId="{43F8A58B-5155-44CE-A5FF-7647B47D0A7A}"/>
          </ac:spMkLst>
        </pc:spChg>
        <pc:spChg chg="add">
          <ac:chgData name="Lukman Musa" userId="bfb326c82e428740" providerId="LiveId" clId="{7EEF112D-928D-4172-94CC-1E6504EB0FD7}" dt="2026-03-07T12:30:49.157" v="1468" actId="26606"/>
          <ac:spMkLst>
            <pc:docMk/>
            <pc:sldMk cId="3648134276" sldId="281"/>
            <ac:spMk id="19" creationId="{443F2ACA-E6D6-4028-82DD-F03C262D5DE6}"/>
          </ac:spMkLst>
        </pc:spChg>
        <pc:graphicFrameChg chg="add">
          <ac:chgData name="Lukman Musa" userId="bfb326c82e428740" providerId="LiveId" clId="{7EEF112D-928D-4172-94CC-1E6504EB0FD7}" dt="2026-03-07T12:30:49.157" v="1468" actId="26606"/>
          <ac:graphicFrameMkLst>
            <pc:docMk/>
            <pc:sldMk cId="3648134276" sldId="281"/>
            <ac:graphicFrameMk id="5" creationId="{391E85B8-6EC4-B8D0-406B-2FD798ADB627}"/>
          </ac:graphicFrameMkLst>
        </pc:graphicFrameChg>
      </pc:sldChg>
      <pc:sldChg chg="addSp delSp modSp new mod setBg">
        <pc:chgData name="Lukman Musa" userId="bfb326c82e428740" providerId="LiveId" clId="{7EEF112D-928D-4172-94CC-1E6504EB0FD7}" dt="2026-03-07T12:36:39.716" v="1570" actId="26606"/>
        <pc:sldMkLst>
          <pc:docMk/>
          <pc:sldMk cId="2721964678" sldId="282"/>
        </pc:sldMkLst>
        <pc:spChg chg="mod">
          <ac:chgData name="Lukman Musa" userId="bfb326c82e428740" providerId="LiveId" clId="{7EEF112D-928D-4172-94CC-1E6504EB0FD7}" dt="2026-03-07T12:36:39.716" v="1570" actId="26606"/>
          <ac:spMkLst>
            <pc:docMk/>
            <pc:sldMk cId="2721964678" sldId="282"/>
            <ac:spMk id="2" creationId="{07DA3578-E641-763F-2A77-32D957013A64}"/>
          </ac:spMkLst>
        </pc:spChg>
        <pc:spChg chg="mod">
          <ac:chgData name="Lukman Musa" userId="bfb326c82e428740" providerId="LiveId" clId="{7EEF112D-928D-4172-94CC-1E6504EB0FD7}" dt="2026-03-07T12:36:39.716" v="1570" actId="26606"/>
          <ac:spMkLst>
            <pc:docMk/>
            <pc:sldMk cId="2721964678" sldId="282"/>
            <ac:spMk id="3" creationId="{FC65ECE1-42AE-2D05-78B0-76388E11A513}"/>
          </ac:spMkLst>
        </pc:spChg>
        <pc:spChg chg="add del">
          <ac:chgData name="Lukman Musa" userId="bfb326c82e428740" providerId="LiveId" clId="{7EEF112D-928D-4172-94CC-1E6504EB0FD7}" dt="2026-03-07T12:36:39.701" v="1569" actId="26606"/>
          <ac:spMkLst>
            <pc:docMk/>
            <pc:sldMk cId="2721964678" sldId="282"/>
            <ac:spMk id="9" creationId="{C0763A76-9F1C-4FC5-82B7-DD475DA461B2}"/>
          </ac:spMkLst>
        </pc:spChg>
        <pc:spChg chg="add del">
          <ac:chgData name="Lukman Musa" userId="bfb326c82e428740" providerId="LiveId" clId="{7EEF112D-928D-4172-94CC-1E6504EB0FD7}" dt="2026-03-07T12:36:39.701" v="1569" actId="26606"/>
          <ac:spMkLst>
            <pc:docMk/>
            <pc:sldMk cId="2721964678" sldId="282"/>
            <ac:spMk id="16" creationId="{E81BF4F6-F2CF-4984-9D14-D6966D92F99F}"/>
          </ac:spMkLst>
        </pc:spChg>
        <pc:grpChg chg="add del">
          <ac:chgData name="Lukman Musa" userId="bfb326c82e428740" providerId="LiveId" clId="{7EEF112D-928D-4172-94CC-1E6504EB0FD7}" dt="2026-03-07T12:36:23.541" v="1567" actId="26606"/>
          <ac:grpSpMkLst>
            <pc:docMk/>
            <pc:sldMk cId="2721964678" sldId="282"/>
            <ac:grpSpMk id="10" creationId="{114ED94A-C85D-4CD3-4205-438D21CE6B38}"/>
          </ac:grpSpMkLst>
        </pc:grpChg>
        <pc:grpChg chg="add">
          <ac:chgData name="Lukman Musa" userId="bfb326c82e428740" providerId="LiveId" clId="{7EEF112D-928D-4172-94CC-1E6504EB0FD7}" dt="2026-03-07T12:36:39.716" v="1570" actId="26606"/>
          <ac:grpSpMkLst>
            <pc:docMk/>
            <pc:sldMk cId="2721964678" sldId="282"/>
            <ac:grpSpMk id="18" creationId="{114ED94A-C85D-4CD3-4205-438D21CE6B38}"/>
          </ac:grpSpMkLst>
        </pc:grpChg>
        <pc:picChg chg="add del">
          <ac:chgData name="Lukman Musa" userId="bfb326c82e428740" providerId="LiveId" clId="{7EEF112D-928D-4172-94CC-1E6504EB0FD7}" dt="2026-03-07T12:36:39.701" v="1569" actId="26606"/>
          <ac:picMkLst>
            <pc:docMk/>
            <pc:sldMk cId="2721964678" sldId="282"/>
            <ac:picMk id="5" creationId="{A307B6D1-8B59-AAEB-920E-C4C50B8404B0}"/>
          </ac:picMkLst>
        </pc:picChg>
        <pc:picChg chg="add del">
          <ac:chgData name="Lukman Musa" userId="bfb326c82e428740" providerId="LiveId" clId="{7EEF112D-928D-4172-94CC-1E6504EB0FD7}" dt="2026-03-07T12:36:23.541" v="1567" actId="26606"/>
          <ac:picMkLst>
            <pc:docMk/>
            <pc:sldMk cId="2721964678" sldId="282"/>
            <ac:picMk id="7" creationId="{FF1B56DE-4A7C-6358-5F38-8F9873E25E6E}"/>
          </ac:picMkLst>
        </pc:picChg>
        <pc:picChg chg="add">
          <ac:chgData name="Lukman Musa" userId="bfb326c82e428740" providerId="LiveId" clId="{7EEF112D-928D-4172-94CC-1E6504EB0FD7}" dt="2026-03-07T12:36:39.716" v="1570" actId="26606"/>
          <ac:picMkLst>
            <pc:docMk/>
            <pc:sldMk cId="2721964678" sldId="282"/>
            <ac:picMk id="19" creationId="{FF1B56DE-4A7C-6358-5F38-8F9873E25E6E}"/>
          </ac:picMkLst>
        </pc:picChg>
      </pc:sldChg>
      <pc:sldChg chg="new del">
        <pc:chgData name="Lukman Musa" userId="bfb326c82e428740" providerId="LiveId" clId="{7EEF112D-928D-4172-94CC-1E6504EB0FD7}" dt="2026-03-07T11:59:03.301" v="974" actId="47"/>
        <pc:sldMkLst>
          <pc:docMk/>
          <pc:sldMk cId="3874500372" sldId="28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55C725-3AAF-41D6-BE69-3A905C2691FF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60DDC8E-003D-48B2-B230-2CCD24855D3B}">
      <dgm:prSet/>
      <dgm:spPr/>
      <dgm:t>
        <a:bodyPr/>
        <a:lstStyle/>
        <a:p>
          <a:r>
            <a:rPr lang="en-NG"/>
            <a:t>Dataset includes operational delivery data with the following variable:</a:t>
          </a:r>
          <a:endParaRPr lang="en-US"/>
        </a:p>
      </dgm:t>
    </dgm:pt>
    <dgm:pt modelId="{3BFDE79A-0E68-4774-AA07-1B30E228E108}" type="parTrans" cxnId="{DCD5530D-905F-46CC-971C-124C0ADD785C}">
      <dgm:prSet/>
      <dgm:spPr/>
      <dgm:t>
        <a:bodyPr/>
        <a:lstStyle/>
        <a:p>
          <a:endParaRPr lang="en-US"/>
        </a:p>
      </dgm:t>
    </dgm:pt>
    <dgm:pt modelId="{FD62FD98-D7BA-4DC0-B0B5-CC7A3198F9EA}" type="sibTrans" cxnId="{DCD5530D-905F-46CC-971C-124C0ADD785C}">
      <dgm:prSet/>
      <dgm:spPr/>
      <dgm:t>
        <a:bodyPr/>
        <a:lstStyle/>
        <a:p>
          <a:endParaRPr lang="en-US"/>
        </a:p>
      </dgm:t>
    </dgm:pt>
    <dgm:pt modelId="{5BF2607F-4DBD-4CE8-B17E-D6113085B615}">
      <dgm:prSet/>
      <dgm:spPr/>
      <dgm:t>
        <a:bodyPr/>
        <a:lstStyle/>
        <a:p>
          <a:r>
            <a:rPr lang="en-NG"/>
            <a:t>City				</a:t>
          </a:r>
          <a:endParaRPr lang="en-US"/>
        </a:p>
      </dgm:t>
    </dgm:pt>
    <dgm:pt modelId="{E569EB0C-308B-42E8-8449-9EEEED646C6C}" type="parTrans" cxnId="{78A94132-4E27-4FDE-B78A-17DF8D992775}">
      <dgm:prSet/>
      <dgm:spPr/>
      <dgm:t>
        <a:bodyPr/>
        <a:lstStyle/>
        <a:p>
          <a:endParaRPr lang="en-US"/>
        </a:p>
      </dgm:t>
    </dgm:pt>
    <dgm:pt modelId="{6A69A67E-7916-46F1-A691-9A8DE0A811F7}" type="sibTrans" cxnId="{78A94132-4E27-4FDE-B78A-17DF8D992775}">
      <dgm:prSet/>
      <dgm:spPr/>
      <dgm:t>
        <a:bodyPr/>
        <a:lstStyle/>
        <a:p>
          <a:endParaRPr lang="en-US"/>
        </a:p>
      </dgm:t>
    </dgm:pt>
    <dgm:pt modelId="{4C5B561E-4E24-4E56-B797-6E4782C5EF2E}">
      <dgm:prSet/>
      <dgm:spPr/>
      <dgm:t>
        <a:bodyPr/>
        <a:lstStyle/>
        <a:p>
          <a:r>
            <a:rPr lang="en-US"/>
            <a:t>O</a:t>
          </a:r>
          <a:r>
            <a:rPr lang="en-NG"/>
            <a:t>rder Id</a:t>
          </a:r>
          <a:endParaRPr lang="en-US"/>
        </a:p>
      </dgm:t>
    </dgm:pt>
    <dgm:pt modelId="{4B94D0F6-921A-4C64-9CD2-B0E82B42A507}" type="parTrans" cxnId="{E72E6E09-EE7C-46D1-AAD4-69C910F118D0}">
      <dgm:prSet/>
      <dgm:spPr/>
      <dgm:t>
        <a:bodyPr/>
        <a:lstStyle/>
        <a:p>
          <a:endParaRPr lang="en-US"/>
        </a:p>
      </dgm:t>
    </dgm:pt>
    <dgm:pt modelId="{C9E2556A-4D3E-4B74-BA32-A131D52BB57A}" type="sibTrans" cxnId="{E72E6E09-EE7C-46D1-AAD4-69C910F118D0}">
      <dgm:prSet/>
      <dgm:spPr/>
      <dgm:t>
        <a:bodyPr/>
        <a:lstStyle/>
        <a:p>
          <a:endParaRPr lang="en-US"/>
        </a:p>
      </dgm:t>
    </dgm:pt>
    <dgm:pt modelId="{8D1B1497-46E3-4CD3-8F3C-F93E42D47D03}">
      <dgm:prSet/>
      <dgm:spPr/>
      <dgm:t>
        <a:bodyPr/>
        <a:lstStyle/>
        <a:p>
          <a:r>
            <a:rPr lang="en-NG"/>
            <a:t>Order date</a:t>
          </a:r>
          <a:endParaRPr lang="en-US"/>
        </a:p>
      </dgm:t>
    </dgm:pt>
    <dgm:pt modelId="{D40BD6BA-E113-45D2-97DB-5050CCBB00B3}" type="parTrans" cxnId="{EEC62789-C451-417C-8782-B231A167832D}">
      <dgm:prSet/>
      <dgm:spPr/>
      <dgm:t>
        <a:bodyPr/>
        <a:lstStyle/>
        <a:p>
          <a:endParaRPr lang="en-US"/>
        </a:p>
      </dgm:t>
    </dgm:pt>
    <dgm:pt modelId="{16B26AA1-6E6A-46F1-B686-AF81B9B96ED8}" type="sibTrans" cxnId="{EEC62789-C451-417C-8782-B231A167832D}">
      <dgm:prSet/>
      <dgm:spPr/>
      <dgm:t>
        <a:bodyPr/>
        <a:lstStyle/>
        <a:p>
          <a:endParaRPr lang="en-US"/>
        </a:p>
      </dgm:t>
    </dgm:pt>
    <dgm:pt modelId="{3057D2AC-CD4A-4EF1-9DE9-6599C41C61E2}">
      <dgm:prSet/>
      <dgm:spPr/>
      <dgm:t>
        <a:bodyPr/>
        <a:lstStyle/>
        <a:p>
          <a:r>
            <a:rPr lang="en-US"/>
            <a:t>S</a:t>
          </a:r>
          <a:r>
            <a:rPr lang="en-NG"/>
            <a:t>tore code</a:t>
          </a:r>
          <a:endParaRPr lang="en-US"/>
        </a:p>
      </dgm:t>
    </dgm:pt>
    <dgm:pt modelId="{B169F491-64FC-4065-838C-CE124248908F}" type="parTrans" cxnId="{01CB6993-AD6D-48F7-90D6-2315D0DADCC8}">
      <dgm:prSet/>
      <dgm:spPr/>
      <dgm:t>
        <a:bodyPr/>
        <a:lstStyle/>
        <a:p>
          <a:endParaRPr lang="en-US"/>
        </a:p>
      </dgm:t>
    </dgm:pt>
    <dgm:pt modelId="{F4228A7B-F6D4-4296-8C34-0BAB2AA521A8}" type="sibTrans" cxnId="{01CB6993-AD6D-48F7-90D6-2315D0DADCC8}">
      <dgm:prSet/>
      <dgm:spPr/>
      <dgm:t>
        <a:bodyPr/>
        <a:lstStyle/>
        <a:p>
          <a:endParaRPr lang="en-US"/>
        </a:p>
      </dgm:t>
    </dgm:pt>
    <dgm:pt modelId="{43FD84DB-A892-492A-9F89-4FA56BF8FDE5}">
      <dgm:prSet/>
      <dgm:spPr/>
      <dgm:t>
        <a:bodyPr/>
        <a:lstStyle/>
        <a:p>
          <a:r>
            <a:rPr lang="en-US"/>
            <a:t>B</a:t>
          </a:r>
          <a:r>
            <a:rPr lang="en-NG"/>
            <a:t>asket size</a:t>
          </a:r>
          <a:endParaRPr lang="en-US"/>
        </a:p>
      </dgm:t>
    </dgm:pt>
    <dgm:pt modelId="{D25D7C14-79D7-4412-B444-0A748B1F8F43}" type="parTrans" cxnId="{A5697557-49FE-4BDD-948D-3EFC7F6F072E}">
      <dgm:prSet/>
      <dgm:spPr/>
      <dgm:t>
        <a:bodyPr/>
        <a:lstStyle/>
        <a:p>
          <a:endParaRPr lang="en-US"/>
        </a:p>
      </dgm:t>
    </dgm:pt>
    <dgm:pt modelId="{68191042-1419-4B24-877C-2226B2159B00}" type="sibTrans" cxnId="{A5697557-49FE-4BDD-948D-3EFC7F6F072E}">
      <dgm:prSet/>
      <dgm:spPr/>
      <dgm:t>
        <a:bodyPr/>
        <a:lstStyle/>
        <a:p>
          <a:endParaRPr lang="en-US"/>
        </a:p>
      </dgm:t>
    </dgm:pt>
    <dgm:pt modelId="{6843252C-2BA0-41A5-BF95-08C5042C6103}">
      <dgm:prSet/>
      <dgm:spPr/>
      <dgm:t>
        <a:bodyPr/>
        <a:lstStyle/>
        <a:p>
          <a:r>
            <a:rPr lang="en-NG"/>
            <a:t>delivery fee</a:t>
          </a:r>
          <a:endParaRPr lang="en-US"/>
        </a:p>
      </dgm:t>
    </dgm:pt>
    <dgm:pt modelId="{187A368C-A3D4-49CB-9920-E82422A7D38E}" type="parTrans" cxnId="{2E1BD3E0-AC5C-4447-94C9-B315773A114A}">
      <dgm:prSet/>
      <dgm:spPr/>
      <dgm:t>
        <a:bodyPr/>
        <a:lstStyle/>
        <a:p>
          <a:endParaRPr lang="en-US"/>
        </a:p>
      </dgm:t>
    </dgm:pt>
    <dgm:pt modelId="{CF9DAF85-97A9-487C-8B7C-5AB1AF8A99F0}" type="sibTrans" cxnId="{2E1BD3E0-AC5C-4447-94C9-B315773A114A}">
      <dgm:prSet/>
      <dgm:spPr/>
      <dgm:t>
        <a:bodyPr/>
        <a:lstStyle/>
        <a:p>
          <a:endParaRPr lang="en-US"/>
        </a:p>
      </dgm:t>
    </dgm:pt>
    <dgm:pt modelId="{EF17E4EC-CE75-4C45-9EDE-8CCEFAFB1269}">
      <dgm:prSet/>
      <dgm:spPr/>
      <dgm:t>
        <a:bodyPr/>
        <a:lstStyle/>
        <a:p>
          <a:r>
            <a:rPr lang="en-US"/>
            <a:t>C</a:t>
          </a:r>
          <a:r>
            <a:rPr lang="en-NG"/>
            <a:t>ost per Order</a:t>
          </a:r>
          <a:endParaRPr lang="en-US"/>
        </a:p>
      </dgm:t>
    </dgm:pt>
    <dgm:pt modelId="{FAB1C3AF-DEFA-41AF-98BA-BBC8C5A88B6D}" type="parTrans" cxnId="{F1CC5B4A-1BF6-45DC-93B3-835873ED9AEA}">
      <dgm:prSet/>
      <dgm:spPr/>
      <dgm:t>
        <a:bodyPr/>
        <a:lstStyle/>
        <a:p>
          <a:endParaRPr lang="en-US"/>
        </a:p>
      </dgm:t>
    </dgm:pt>
    <dgm:pt modelId="{5F2BEF6E-478C-45CD-9CA4-942F8CCC3A8C}" type="sibTrans" cxnId="{F1CC5B4A-1BF6-45DC-93B3-835873ED9AEA}">
      <dgm:prSet/>
      <dgm:spPr/>
      <dgm:t>
        <a:bodyPr/>
        <a:lstStyle/>
        <a:p>
          <a:endParaRPr lang="en-US"/>
        </a:p>
      </dgm:t>
    </dgm:pt>
    <dgm:pt modelId="{C3F224B6-ACEC-4434-9555-2F4B8B693860}">
      <dgm:prSet/>
      <dgm:spPr/>
      <dgm:t>
        <a:bodyPr/>
        <a:lstStyle/>
        <a:p>
          <a:r>
            <a:rPr lang="en-US"/>
            <a:t>D</a:t>
          </a:r>
          <a:r>
            <a:rPr lang="en-NG"/>
            <a:t>elivery distance</a:t>
          </a:r>
          <a:endParaRPr lang="en-US"/>
        </a:p>
      </dgm:t>
    </dgm:pt>
    <dgm:pt modelId="{A0D7AB18-563F-471E-BB79-3652B836CA98}" type="parTrans" cxnId="{ACECD26D-BE20-4A5C-B342-4BDF0460FB45}">
      <dgm:prSet/>
      <dgm:spPr/>
      <dgm:t>
        <a:bodyPr/>
        <a:lstStyle/>
        <a:p>
          <a:endParaRPr lang="en-US"/>
        </a:p>
      </dgm:t>
    </dgm:pt>
    <dgm:pt modelId="{25B96221-DA66-4C74-810D-03C4128CD287}" type="sibTrans" cxnId="{ACECD26D-BE20-4A5C-B342-4BDF0460FB45}">
      <dgm:prSet/>
      <dgm:spPr/>
      <dgm:t>
        <a:bodyPr/>
        <a:lstStyle/>
        <a:p>
          <a:endParaRPr lang="en-US"/>
        </a:p>
      </dgm:t>
    </dgm:pt>
    <dgm:pt modelId="{F17744C5-1CA7-4DBA-A41F-C4450B6D48DD}">
      <dgm:prSet/>
      <dgm:spPr/>
      <dgm:t>
        <a:bodyPr/>
        <a:lstStyle/>
        <a:p>
          <a:r>
            <a:rPr lang="en-US"/>
            <a:t>C</a:t>
          </a:r>
          <a:r>
            <a:rPr lang="en-NG"/>
            <a:t>ourier waiting time</a:t>
          </a:r>
          <a:endParaRPr lang="en-US"/>
        </a:p>
      </dgm:t>
    </dgm:pt>
    <dgm:pt modelId="{0982F1A8-16CF-4722-ABB8-7392D7992B7A}" type="parTrans" cxnId="{940BB6D7-35DA-4927-8203-796173CA97DC}">
      <dgm:prSet/>
      <dgm:spPr/>
      <dgm:t>
        <a:bodyPr/>
        <a:lstStyle/>
        <a:p>
          <a:endParaRPr lang="en-US"/>
        </a:p>
      </dgm:t>
    </dgm:pt>
    <dgm:pt modelId="{2FD6DB31-8D6A-4C75-AEE9-14FDF3575340}" type="sibTrans" cxnId="{940BB6D7-35DA-4927-8203-796173CA97DC}">
      <dgm:prSet/>
      <dgm:spPr/>
      <dgm:t>
        <a:bodyPr/>
        <a:lstStyle/>
        <a:p>
          <a:endParaRPr lang="en-US"/>
        </a:p>
      </dgm:t>
    </dgm:pt>
    <dgm:pt modelId="{A0FF50AF-5A67-4602-9D07-E52D3D23B33D}" type="pres">
      <dgm:prSet presAssocID="{6755C725-3AAF-41D6-BE69-3A905C2691FF}" presName="diagram" presStyleCnt="0">
        <dgm:presLayoutVars>
          <dgm:dir/>
          <dgm:resizeHandles val="exact"/>
        </dgm:presLayoutVars>
      </dgm:prSet>
      <dgm:spPr/>
    </dgm:pt>
    <dgm:pt modelId="{AD73E049-1ECF-4B47-8E10-6E23FCE11D45}" type="pres">
      <dgm:prSet presAssocID="{560DDC8E-003D-48B2-B230-2CCD24855D3B}" presName="node" presStyleLbl="node1" presStyleIdx="0" presStyleCnt="10">
        <dgm:presLayoutVars>
          <dgm:bulletEnabled val="1"/>
        </dgm:presLayoutVars>
      </dgm:prSet>
      <dgm:spPr/>
    </dgm:pt>
    <dgm:pt modelId="{7C5DA829-6E4E-4623-9BEE-25E79E4FE4F9}" type="pres">
      <dgm:prSet presAssocID="{FD62FD98-D7BA-4DC0-B0B5-CC7A3198F9EA}" presName="sibTrans" presStyleCnt="0"/>
      <dgm:spPr/>
    </dgm:pt>
    <dgm:pt modelId="{8AE30E49-66B9-4BC1-8CFC-7B6263E482B5}" type="pres">
      <dgm:prSet presAssocID="{5BF2607F-4DBD-4CE8-B17E-D6113085B615}" presName="node" presStyleLbl="node1" presStyleIdx="1" presStyleCnt="10">
        <dgm:presLayoutVars>
          <dgm:bulletEnabled val="1"/>
        </dgm:presLayoutVars>
      </dgm:prSet>
      <dgm:spPr/>
    </dgm:pt>
    <dgm:pt modelId="{422DFA71-8679-43B6-8686-539AB4B0531C}" type="pres">
      <dgm:prSet presAssocID="{6A69A67E-7916-46F1-A691-9A8DE0A811F7}" presName="sibTrans" presStyleCnt="0"/>
      <dgm:spPr/>
    </dgm:pt>
    <dgm:pt modelId="{6E085131-D950-4F2D-8E2C-BFEDD6776721}" type="pres">
      <dgm:prSet presAssocID="{4C5B561E-4E24-4E56-B797-6E4782C5EF2E}" presName="node" presStyleLbl="node1" presStyleIdx="2" presStyleCnt="10">
        <dgm:presLayoutVars>
          <dgm:bulletEnabled val="1"/>
        </dgm:presLayoutVars>
      </dgm:prSet>
      <dgm:spPr/>
    </dgm:pt>
    <dgm:pt modelId="{866BEDE9-1D55-4ED4-934E-F0983E94E1AC}" type="pres">
      <dgm:prSet presAssocID="{C9E2556A-4D3E-4B74-BA32-A131D52BB57A}" presName="sibTrans" presStyleCnt="0"/>
      <dgm:spPr/>
    </dgm:pt>
    <dgm:pt modelId="{B2E4CECA-2B6F-4F81-8321-865E38F5169B}" type="pres">
      <dgm:prSet presAssocID="{8D1B1497-46E3-4CD3-8F3C-F93E42D47D03}" presName="node" presStyleLbl="node1" presStyleIdx="3" presStyleCnt="10">
        <dgm:presLayoutVars>
          <dgm:bulletEnabled val="1"/>
        </dgm:presLayoutVars>
      </dgm:prSet>
      <dgm:spPr/>
    </dgm:pt>
    <dgm:pt modelId="{942DAF25-E7AE-4A09-8403-9D0463F32EE8}" type="pres">
      <dgm:prSet presAssocID="{16B26AA1-6E6A-46F1-B686-AF81B9B96ED8}" presName="sibTrans" presStyleCnt="0"/>
      <dgm:spPr/>
    </dgm:pt>
    <dgm:pt modelId="{511776FF-32E5-4F68-B33E-EA78B1AB3E9E}" type="pres">
      <dgm:prSet presAssocID="{3057D2AC-CD4A-4EF1-9DE9-6599C41C61E2}" presName="node" presStyleLbl="node1" presStyleIdx="4" presStyleCnt="10">
        <dgm:presLayoutVars>
          <dgm:bulletEnabled val="1"/>
        </dgm:presLayoutVars>
      </dgm:prSet>
      <dgm:spPr/>
    </dgm:pt>
    <dgm:pt modelId="{A27A0297-5092-48CA-A7B5-5E9495D06E6A}" type="pres">
      <dgm:prSet presAssocID="{F4228A7B-F6D4-4296-8C34-0BAB2AA521A8}" presName="sibTrans" presStyleCnt="0"/>
      <dgm:spPr/>
    </dgm:pt>
    <dgm:pt modelId="{C7407880-3610-4AEB-9DD5-97A4AA34FFDA}" type="pres">
      <dgm:prSet presAssocID="{43FD84DB-A892-492A-9F89-4FA56BF8FDE5}" presName="node" presStyleLbl="node1" presStyleIdx="5" presStyleCnt="10">
        <dgm:presLayoutVars>
          <dgm:bulletEnabled val="1"/>
        </dgm:presLayoutVars>
      </dgm:prSet>
      <dgm:spPr/>
    </dgm:pt>
    <dgm:pt modelId="{6D1D9EFD-66F3-43B9-A82F-5DAF9450ADDB}" type="pres">
      <dgm:prSet presAssocID="{68191042-1419-4B24-877C-2226B2159B00}" presName="sibTrans" presStyleCnt="0"/>
      <dgm:spPr/>
    </dgm:pt>
    <dgm:pt modelId="{876B0323-A4D3-4552-B880-DD97437222F0}" type="pres">
      <dgm:prSet presAssocID="{6843252C-2BA0-41A5-BF95-08C5042C6103}" presName="node" presStyleLbl="node1" presStyleIdx="6" presStyleCnt="10">
        <dgm:presLayoutVars>
          <dgm:bulletEnabled val="1"/>
        </dgm:presLayoutVars>
      </dgm:prSet>
      <dgm:spPr/>
    </dgm:pt>
    <dgm:pt modelId="{73C57E35-48B5-4130-A548-BB7257AB516F}" type="pres">
      <dgm:prSet presAssocID="{CF9DAF85-97A9-487C-8B7C-5AB1AF8A99F0}" presName="sibTrans" presStyleCnt="0"/>
      <dgm:spPr/>
    </dgm:pt>
    <dgm:pt modelId="{E314DC0F-AB16-4700-BDDD-68EB3565B06F}" type="pres">
      <dgm:prSet presAssocID="{EF17E4EC-CE75-4C45-9EDE-8CCEFAFB1269}" presName="node" presStyleLbl="node1" presStyleIdx="7" presStyleCnt="10">
        <dgm:presLayoutVars>
          <dgm:bulletEnabled val="1"/>
        </dgm:presLayoutVars>
      </dgm:prSet>
      <dgm:spPr/>
    </dgm:pt>
    <dgm:pt modelId="{999082B7-AD64-428D-BFDE-05400311521B}" type="pres">
      <dgm:prSet presAssocID="{5F2BEF6E-478C-45CD-9CA4-942F8CCC3A8C}" presName="sibTrans" presStyleCnt="0"/>
      <dgm:spPr/>
    </dgm:pt>
    <dgm:pt modelId="{DDB052F1-97D7-4146-A39A-E835CAF69078}" type="pres">
      <dgm:prSet presAssocID="{C3F224B6-ACEC-4434-9555-2F4B8B693860}" presName="node" presStyleLbl="node1" presStyleIdx="8" presStyleCnt="10">
        <dgm:presLayoutVars>
          <dgm:bulletEnabled val="1"/>
        </dgm:presLayoutVars>
      </dgm:prSet>
      <dgm:spPr/>
    </dgm:pt>
    <dgm:pt modelId="{6F799CBD-B372-4545-976D-624A0378C8C3}" type="pres">
      <dgm:prSet presAssocID="{25B96221-DA66-4C74-810D-03C4128CD287}" presName="sibTrans" presStyleCnt="0"/>
      <dgm:spPr/>
    </dgm:pt>
    <dgm:pt modelId="{5AF024BC-3876-40C4-9073-A9A3D569851B}" type="pres">
      <dgm:prSet presAssocID="{F17744C5-1CA7-4DBA-A41F-C4450B6D48DD}" presName="node" presStyleLbl="node1" presStyleIdx="9" presStyleCnt="10">
        <dgm:presLayoutVars>
          <dgm:bulletEnabled val="1"/>
        </dgm:presLayoutVars>
      </dgm:prSet>
      <dgm:spPr/>
    </dgm:pt>
  </dgm:ptLst>
  <dgm:cxnLst>
    <dgm:cxn modelId="{E72E6E09-EE7C-46D1-AAD4-69C910F118D0}" srcId="{6755C725-3AAF-41D6-BE69-3A905C2691FF}" destId="{4C5B561E-4E24-4E56-B797-6E4782C5EF2E}" srcOrd="2" destOrd="0" parTransId="{4B94D0F6-921A-4C64-9CD2-B0E82B42A507}" sibTransId="{C9E2556A-4D3E-4B74-BA32-A131D52BB57A}"/>
    <dgm:cxn modelId="{DCD5530D-905F-46CC-971C-124C0ADD785C}" srcId="{6755C725-3AAF-41D6-BE69-3A905C2691FF}" destId="{560DDC8E-003D-48B2-B230-2CCD24855D3B}" srcOrd="0" destOrd="0" parTransId="{3BFDE79A-0E68-4774-AA07-1B30E228E108}" sibTransId="{FD62FD98-D7BA-4DC0-B0B5-CC7A3198F9EA}"/>
    <dgm:cxn modelId="{F23DED0E-CD2E-4DA8-85C1-B124C98257DD}" type="presOf" srcId="{6755C725-3AAF-41D6-BE69-3A905C2691FF}" destId="{A0FF50AF-5A67-4602-9D07-E52D3D23B33D}" srcOrd="0" destOrd="0" presId="urn:microsoft.com/office/officeart/2005/8/layout/default"/>
    <dgm:cxn modelId="{45E13423-A4A3-4090-9472-1DB6C7623A7C}" type="presOf" srcId="{8D1B1497-46E3-4CD3-8F3C-F93E42D47D03}" destId="{B2E4CECA-2B6F-4F81-8321-865E38F5169B}" srcOrd="0" destOrd="0" presId="urn:microsoft.com/office/officeart/2005/8/layout/default"/>
    <dgm:cxn modelId="{79BC2131-75DF-42B0-A10F-6E642F6A3564}" type="presOf" srcId="{F17744C5-1CA7-4DBA-A41F-C4450B6D48DD}" destId="{5AF024BC-3876-40C4-9073-A9A3D569851B}" srcOrd="0" destOrd="0" presId="urn:microsoft.com/office/officeart/2005/8/layout/default"/>
    <dgm:cxn modelId="{78A94132-4E27-4FDE-B78A-17DF8D992775}" srcId="{6755C725-3AAF-41D6-BE69-3A905C2691FF}" destId="{5BF2607F-4DBD-4CE8-B17E-D6113085B615}" srcOrd="1" destOrd="0" parTransId="{E569EB0C-308B-42E8-8449-9EEEED646C6C}" sibTransId="{6A69A67E-7916-46F1-A691-9A8DE0A811F7}"/>
    <dgm:cxn modelId="{91F2705E-5823-47AC-8291-21DAA6FE5406}" type="presOf" srcId="{EF17E4EC-CE75-4C45-9EDE-8CCEFAFB1269}" destId="{E314DC0F-AB16-4700-BDDD-68EB3565B06F}" srcOrd="0" destOrd="0" presId="urn:microsoft.com/office/officeart/2005/8/layout/default"/>
    <dgm:cxn modelId="{CD41C747-D05C-435F-8BDB-B5B7DA3C932B}" type="presOf" srcId="{4C5B561E-4E24-4E56-B797-6E4782C5EF2E}" destId="{6E085131-D950-4F2D-8E2C-BFEDD6776721}" srcOrd="0" destOrd="0" presId="urn:microsoft.com/office/officeart/2005/8/layout/default"/>
    <dgm:cxn modelId="{F1CC5B4A-1BF6-45DC-93B3-835873ED9AEA}" srcId="{6755C725-3AAF-41D6-BE69-3A905C2691FF}" destId="{EF17E4EC-CE75-4C45-9EDE-8CCEFAFB1269}" srcOrd="7" destOrd="0" parTransId="{FAB1C3AF-DEFA-41AF-98BA-BBC8C5A88B6D}" sibTransId="{5F2BEF6E-478C-45CD-9CA4-942F8CCC3A8C}"/>
    <dgm:cxn modelId="{ACECD26D-BE20-4A5C-B342-4BDF0460FB45}" srcId="{6755C725-3AAF-41D6-BE69-3A905C2691FF}" destId="{C3F224B6-ACEC-4434-9555-2F4B8B693860}" srcOrd="8" destOrd="0" parTransId="{A0D7AB18-563F-471E-BB79-3652B836CA98}" sibTransId="{25B96221-DA66-4C74-810D-03C4128CD287}"/>
    <dgm:cxn modelId="{DA4CC870-6590-4EF8-8630-59CE74050D08}" type="presOf" srcId="{6843252C-2BA0-41A5-BF95-08C5042C6103}" destId="{876B0323-A4D3-4552-B880-DD97437222F0}" srcOrd="0" destOrd="0" presId="urn:microsoft.com/office/officeart/2005/8/layout/default"/>
    <dgm:cxn modelId="{A5697557-49FE-4BDD-948D-3EFC7F6F072E}" srcId="{6755C725-3AAF-41D6-BE69-3A905C2691FF}" destId="{43FD84DB-A892-492A-9F89-4FA56BF8FDE5}" srcOrd="5" destOrd="0" parTransId="{D25D7C14-79D7-4412-B444-0A748B1F8F43}" sibTransId="{68191042-1419-4B24-877C-2226B2159B00}"/>
    <dgm:cxn modelId="{EEC62789-C451-417C-8782-B231A167832D}" srcId="{6755C725-3AAF-41D6-BE69-3A905C2691FF}" destId="{8D1B1497-46E3-4CD3-8F3C-F93E42D47D03}" srcOrd="3" destOrd="0" parTransId="{D40BD6BA-E113-45D2-97DB-5050CCBB00B3}" sibTransId="{16B26AA1-6E6A-46F1-B686-AF81B9B96ED8}"/>
    <dgm:cxn modelId="{72B0DE8C-BD08-48A2-8378-2A949A4C6DBC}" type="presOf" srcId="{C3F224B6-ACEC-4434-9555-2F4B8B693860}" destId="{DDB052F1-97D7-4146-A39A-E835CAF69078}" srcOrd="0" destOrd="0" presId="urn:microsoft.com/office/officeart/2005/8/layout/default"/>
    <dgm:cxn modelId="{01CB6993-AD6D-48F7-90D6-2315D0DADCC8}" srcId="{6755C725-3AAF-41D6-BE69-3A905C2691FF}" destId="{3057D2AC-CD4A-4EF1-9DE9-6599C41C61E2}" srcOrd="4" destOrd="0" parTransId="{B169F491-64FC-4065-838C-CE124248908F}" sibTransId="{F4228A7B-F6D4-4296-8C34-0BAB2AA521A8}"/>
    <dgm:cxn modelId="{981DAAC2-1F72-415E-AF14-6E28AD10F6C5}" type="presOf" srcId="{3057D2AC-CD4A-4EF1-9DE9-6599C41C61E2}" destId="{511776FF-32E5-4F68-B33E-EA78B1AB3E9E}" srcOrd="0" destOrd="0" presId="urn:microsoft.com/office/officeart/2005/8/layout/default"/>
    <dgm:cxn modelId="{24B3F8CB-2F88-495F-845E-07B6AFB0AF41}" type="presOf" srcId="{43FD84DB-A892-492A-9F89-4FA56BF8FDE5}" destId="{C7407880-3610-4AEB-9DD5-97A4AA34FFDA}" srcOrd="0" destOrd="0" presId="urn:microsoft.com/office/officeart/2005/8/layout/default"/>
    <dgm:cxn modelId="{940BB6D7-35DA-4927-8203-796173CA97DC}" srcId="{6755C725-3AAF-41D6-BE69-3A905C2691FF}" destId="{F17744C5-1CA7-4DBA-A41F-C4450B6D48DD}" srcOrd="9" destOrd="0" parTransId="{0982F1A8-16CF-4722-ABB8-7392D7992B7A}" sibTransId="{2FD6DB31-8D6A-4C75-AEE9-14FDF3575340}"/>
    <dgm:cxn modelId="{6E2F1DDB-3B98-4F6A-B814-00391E2D1EB3}" type="presOf" srcId="{5BF2607F-4DBD-4CE8-B17E-D6113085B615}" destId="{8AE30E49-66B9-4BC1-8CFC-7B6263E482B5}" srcOrd="0" destOrd="0" presId="urn:microsoft.com/office/officeart/2005/8/layout/default"/>
    <dgm:cxn modelId="{2E1BD3E0-AC5C-4447-94C9-B315773A114A}" srcId="{6755C725-3AAF-41D6-BE69-3A905C2691FF}" destId="{6843252C-2BA0-41A5-BF95-08C5042C6103}" srcOrd="6" destOrd="0" parTransId="{187A368C-A3D4-49CB-9920-E82422A7D38E}" sibTransId="{CF9DAF85-97A9-487C-8B7C-5AB1AF8A99F0}"/>
    <dgm:cxn modelId="{DDB422F6-27E1-4709-A01A-6958532173C8}" type="presOf" srcId="{560DDC8E-003D-48B2-B230-2CCD24855D3B}" destId="{AD73E049-1ECF-4B47-8E10-6E23FCE11D45}" srcOrd="0" destOrd="0" presId="urn:microsoft.com/office/officeart/2005/8/layout/default"/>
    <dgm:cxn modelId="{FB0FAA7E-F214-4341-8B39-A0776756462F}" type="presParOf" srcId="{A0FF50AF-5A67-4602-9D07-E52D3D23B33D}" destId="{AD73E049-1ECF-4B47-8E10-6E23FCE11D45}" srcOrd="0" destOrd="0" presId="urn:microsoft.com/office/officeart/2005/8/layout/default"/>
    <dgm:cxn modelId="{4CF91B3A-F259-4187-BB5D-F8CCF97D6F3F}" type="presParOf" srcId="{A0FF50AF-5A67-4602-9D07-E52D3D23B33D}" destId="{7C5DA829-6E4E-4623-9BEE-25E79E4FE4F9}" srcOrd="1" destOrd="0" presId="urn:microsoft.com/office/officeart/2005/8/layout/default"/>
    <dgm:cxn modelId="{8B45B0EF-8930-412C-8127-304095A1EB37}" type="presParOf" srcId="{A0FF50AF-5A67-4602-9D07-E52D3D23B33D}" destId="{8AE30E49-66B9-4BC1-8CFC-7B6263E482B5}" srcOrd="2" destOrd="0" presId="urn:microsoft.com/office/officeart/2005/8/layout/default"/>
    <dgm:cxn modelId="{35E43BC9-D0C6-46F6-9C02-3BB36087D389}" type="presParOf" srcId="{A0FF50AF-5A67-4602-9D07-E52D3D23B33D}" destId="{422DFA71-8679-43B6-8686-539AB4B0531C}" srcOrd="3" destOrd="0" presId="urn:microsoft.com/office/officeart/2005/8/layout/default"/>
    <dgm:cxn modelId="{484D2FB9-878F-4CE0-A4AD-AE70E183548E}" type="presParOf" srcId="{A0FF50AF-5A67-4602-9D07-E52D3D23B33D}" destId="{6E085131-D950-4F2D-8E2C-BFEDD6776721}" srcOrd="4" destOrd="0" presId="urn:microsoft.com/office/officeart/2005/8/layout/default"/>
    <dgm:cxn modelId="{F938197E-0D1A-40BE-9F5D-82BF9B0A9A7F}" type="presParOf" srcId="{A0FF50AF-5A67-4602-9D07-E52D3D23B33D}" destId="{866BEDE9-1D55-4ED4-934E-F0983E94E1AC}" srcOrd="5" destOrd="0" presId="urn:microsoft.com/office/officeart/2005/8/layout/default"/>
    <dgm:cxn modelId="{0EA93FE7-B13C-4B7A-A5A3-FC1799A92F35}" type="presParOf" srcId="{A0FF50AF-5A67-4602-9D07-E52D3D23B33D}" destId="{B2E4CECA-2B6F-4F81-8321-865E38F5169B}" srcOrd="6" destOrd="0" presId="urn:microsoft.com/office/officeart/2005/8/layout/default"/>
    <dgm:cxn modelId="{2EC64E73-12D9-4656-8F27-9C4ACD8E0594}" type="presParOf" srcId="{A0FF50AF-5A67-4602-9D07-E52D3D23B33D}" destId="{942DAF25-E7AE-4A09-8403-9D0463F32EE8}" srcOrd="7" destOrd="0" presId="urn:microsoft.com/office/officeart/2005/8/layout/default"/>
    <dgm:cxn modelId="{8A8DB2AE-E3BE-4927-AA04-1841FA79AD37}" type="presParOf" srcId="{A0FF50AF-5A67-4602-9D07-E52D3D23B33D}" destId="{511776FF-32E5-4F68-B33E-EA78B1AB3E9E}" srcOrd="8" destOrd="0" presId="urn:microsoft.com/office/officeart/2005/8/layout/default"/>
    <dgm:cxn modelId="{23355132-D67D-40E6-8C7B-BE532ABEC2FB}" type="presParOf" srcId="{A0FF50AF-5A67-4602-9D07-E52D3D23B33D}" destId="{A27A0297-5092-48CA-A7B5-5E9495D06E6A}" srcOrd="9" destOrd="0" presId="urn:microsoft.com/office/officeart/2005/8/layout/default"/>
    <dgm:cxn modelId="{D47BC1C2-C8E7-4ED3-9E82-C3E9F5FC97FC}" type="presParOf" srcId="{A0FF50AF-5A67-4602-9D07-E52D3D23B33D}" destId="{C7407880-3610-4AEB-9DD5-97A4AA34FFDA}" srcOrd="10" destOrd="0" presId="urn:microsoft.com/office/officeart/2005/8/layout/default"/>
    <dgm:cxn modelId="{9271775D-4F01-44A7-AF01-2E2FF074E52C}" type="presParOf" srcId="{A0FF50AF-5A67-4602-9D07-E52D3D23B33D}" destId="{6D1D9EFD-66F3-43B9-A82F-5DAF9450ADDB}" srcOrd="11" destOrd="0" presId="urn:microsoft.com/office/officeart/2005/8/layout/default"/>
    <dgm:cxn modelId="{70E69F4E-C473-48A2-8512-E4B90C7CF454}" type="presParOf" srcId="{A0FF50AF-5A67-4602-9D07-E52D3D23B33D}" destId="{876B0323-A4D3-4552-B880-DD97437222F0}" srcOrd="12" destOrd="0" presId="urn:microsoft.com/office/officeart/2005/8/layout/default"/>
    <dgm:cxn modelId="{8073C0D9-2B55-4FCE-B0A0-D6BD84EB367A}" type="presParOf" srcId="{A0FF50AF-5A67-4602-9D07-E52D3D23B33D}" destId="{73C57E35-48B5-4130-A548-BB7257AB516F}" srcOrd="13" destOrd="0" presId="urn:microsoft.com/office/officeart/2005/8/layout/default"/>
    <dgm:cxn modelId="{1BDAA284-000C-423F-B50E-9E5BCB301A6D}" type="presParOf" srcId="{A0FF50AF-5A67-4602-9D07-E52D3D23B33D}" destId="{E314DC0F-AB16-4700-BDDD-68EB3565B06F}" srcOrd="14" destOrd="0" presId="urn:microsoft.com/office/officeart/2005/8/layout/default"/>
    <dgm:cxn modelId="{C4696BD9-2225-412D-82CE-802EB10CD19E}" type="presParOf" srcId="{A0FF50AF-5A67-4602-9D07-E52D3D23B33D}" destId="{999082B7-AD64-428D-BFDE-05400311521B}" srcOrd="15" destOrd="0" presId="urn:microsoft.com/office/officeart/2005/8/layout/default"/>
    <dgm:cxn modelId="{DCE2EC59-76F2-4705-BA19-6FA2AB844A20}" type="presParOf" srcId="{A0FF50AF-5A67-4602-9D07-E52D3D23B33D}" destId="{DDB052F1-97D7-4146-A39A-E835CAF69078}" srcOrd="16" destOrd="0" presId="urn:microsoft.com/office/officeart/2005/8/layout/default"/>
    <dgm:cxn modelId="{FD0B3AE3-47B7-4BEA-9180-6664B75ADD96}" type="presParOf" srcId="{A0FF50AF-5A67-4602-9D07-E52D3D23B33D}" destId="{6F799CBD-B372-4545-976D-624A0378C8C3}" srcOrd="17" destOrd="0" presId="urn:microsoft.com/office/officeart/2005/8/layout/default"/>
    <dgm:cxn modelId="{B2532207-8774-4C52-8D23-4B58DAB9EF69}" type="presParOf" srcId="{A0FF50AF-5A67-4602-9D07-E52D3D23B33D}" destId="{5AF024BC-3876-40C4-9073-A9A3D569851B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7A39AF-475B-465B-A88B-C3D54ED76DB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7B5733B-9276-48F3-B9AE-52AE2C146BED}">
      <dgm:prSet/>
      <dgm:spPr/>
      <dgm:t>
        <a:bodyPr/>
        <a:lstStyle/>
        <a:p>
          <a:r>
            <a:rPr lang="en-NG"/>
            <a:t>The dataset was cleaned using Power BI Query through the following:</a:t>
          </a:r>
          <a:endParaRPr lang="en-US"/>
        </a:p>
      </dgm:t>
    </dgm:pt>
    <dgm:pt modelId="{B090866C-56D7-4E23-87AC-93DCA1A5D98A}" type="parTrans" cxnId="{2A475ABD-20E2-4DEE-8298-C7088FF41D02}">
      <dgm:prSet/>
      <dgm:spPr/>
      <dgm:t>
        <a:bodyPr/>
        <a:lstStyle/>
        <a:p>
          <a:endParaRPr lang="en-US"/>
        </a:p>
      </dgm:t>
    </dgm:pt>
    <dgm:pt modelId="{CAE2955D-446A-4A65-9BAA-29F00FB5F0EC}" type="sibTrans" cxnId="{2A475ABD-20E2-4DEE-8298-C7088FF41D02}">
      <dgm:prSet/>
      <dgm:spPr/>
      <dgm:t>
        <a:bodyPr/>
        <a:lstStyle/>
        <a:p>
          <a:endParaRPr lang="en-US"/>
        </a:p>
      </dgm:t>
    </dgm:pt>
    <dgm:pt modelId="{CCF97492-6552-42F9-9DCF-C1C9F0CAB128}">
      <dgm:prSet/>
      <dgm:spPr/>
      <dgm:t>
        <a:bodyPr/>
        <a:lstStyle/>
        <a:p>
          <a:r>
            <a:rPr lang="en-US"/>
            <a:t>I</a:t>
          </a:r>
          <a:r>
            <a:rPr lang="en-NG"/>
            <a:t>mport the dataset and promoted the first row to header</a:t>
          </a:r>
          <a:endParaRPr lang="en-US"/>
        </a:p>
      </dgm:t>
    </dgm:pt>
    <dgm:pt modelId="{6B11B571-624B-4EA6-ACD8-409327966E1F}" type="parTrans" cxnId="{2522753D-E19F-4964-BDE4-23B62CA62249}">
      <dgm:prSet/>
      <dgm:spPr/>
      <dgm:t>
        <a:bodyPr/>
        <a:lstStyle/>
        <a:p>
          <a:endParaRPr lang="en-US"/>
        </a:p>
      </dgm:t>
    </dgm:pt>
    <dgm:pt modelId="{9A5FFB21-D133-43B1-A2FA-572EE003CE5A}" type="sibTrans" cxnId="{2522753D-E19F-4964-BDE4-23B62CA62249}">
      <dgm:prSet/>
      <dgm:spPr/>
      <dgm:t>
        <a:bodyPr/>
        <a:lstStyle/>
        <a:p>
          <a:endParaRPr lang="en-US"/>
        </a:p>
      </dgm:t>
    </dgm:pt>
    <dgm:pt modelId="{7613CD6D-6382-4E6F-8448-97E844968DB7}">
      <dgm:prSet/>
      <dgm:spPr/>
      <dgm:t>
        <a:bodyPr/>
        <a:lstStyle/>
        <a:p>
          <a:r>
            <a:rPr lang="en-NG"/>
            <a:t>Delete duplicate courier waiting time (mins) so we have just one column</a:t>
          </a:r>
          <a:endParaRPr lang="en-US"/>
        </a:p>
      </dgm:t>
    </dgm:pt>
    <dgm:pt modelId="{82C25023-EAA4-4121-9C4A-F9E8775505BE}" type="parTrans" cxnId="{9194865E-A22B-4304-9971-58C490C04583}">
      <dgm:prSet/>
      <dgm:spPr/>
      <dgm:t>
        <a:bodyPr/>
        <a:lstStyle/>
        <a:p>
          <a:endParaRPr lang="en-US"/>
        </a:p>
      </dgm:t>
    </dgm:pt>
    <dgm:pt modelId="{19C43AF2-B97C-423B-9681-3C7AB0782B03}" type="sibTrans" cxnId="{9194865E-A22B-4304-9971-58C490C04583}">
      <dgm:prSet/>
      <dgm:spPr/>
      <dgm:t>
        <a:bodyPr/>
        <a:lstStyle/>
        <a:p>
          <a:endParaRPr lang="en-US"/>
        </a:p>
      </dgm:t>
    </dgm:pt>
    <dgm:pt modelId="{DB9ECCC9-C168-4AFC-A175-F976CDB26A54}">
      <dgm:prSet/>
      <dgm:spPr/>
      <dgm:t>
        <a:bodyPr/>
        <a:lstStyle/>
        <a:p>
          <a:r>
            <a:rPr lang="en-US"/>
            <a:t>R</a:t>
          </a:r>
          <a:r>
            <a:rPr lang="en-NG"/>
            <a:t>enamed columns for consistencies and easier visualization</a:t>
          </a:r>
          <a:endParaRPr lang="en-US"/>
        </a:p>
      </dgm:t>
    </dgm:pt>
    <dgm:pt modelId="{083ACA34-CEED-4CB2-AE6B-20F678D2FBAD}" type="parTrans" cxnId="{4976A643-9CD7-42B3-A62F-C397CDFB572A}">
      <dgm:prSet/>
      <dgm:spPr/>
      <dgm:t>
        <a:bodyPr/>
        <a:lstStyle/>
        <a:p>
          <a:endParaRPr lang="en-US"/>
        </a:p>
      </dgm:t>
    </dgm:pt>
    <dgm:pt modelId="{F39BE140-03D2-4BFD-A08F-C208F254AA2E}" type="sibTrans" cxnId="{4976A643-9CD7-42B3-A62F-C397CDFB572A}">
      <dgm:prSet/>
      <dgm:spPr/>
      <dgm:t>
        <a:bodyPr/>
        <a:lstStyle/>
        <a:p>
          <a:endParaRPr lang="en-US"/>
        </a:p>
      </dgm:t>
    </dgm:pt>
    <dgm:pt modelId="{647B471C-7E31-40FB-9970-30F83EB26156}">
      <dgm:prSet/>
      <dgm:spPr/>
      <dgm:t>
        <a:bodyPr/>
        <a:lstStyle/>
        <a:p>
          <a:r>
            <a:rPr lang="en-US"/>
            <a:t>C</a:t>
          </a:r>
          <a:r>
            <a:rPr lang="en-NG"/>
            <a:t>onvert column to approp</a:t>
          </a:r>
          <a:r>
            <a:rPr lang="en-US"/>
            <a:t>r</a:t>
          </a:r>
          <a:r>
            <a:rPr lang="en-NG"/>
            <a:t>iate data type</a:t>
          </a:r>
          <a:endParaRPr lang="en-US"/>
        </a:p>
      </dgm:t>
    </dgm:pt>
    <dgm:pt modelId="{48C381B7-B3A1-482B-990A-632ED755CA27}" type="parTrans" cxnId="{D58FB906-0D76-45E9-841A-1042157E3605}">
      <dgm:prSet/>
      <dgm:spPr/>
      <dgm:t>
        <a:bodyPr/>
        <a:lstStyle/>
        <a:p>
          <a:endParaRPr lang="en-US"/>
        </a:p>
      </dgm:t>
    </dgm:pt>
    <dgm:pt modelId="{9126EB2B-0A06-4DFC-B376-E81A65B7142E}" type="sibTrans" cxnId="{D58FB906-0D76-45E9-841A-1042157E3605}">
      <dgm:prSet/>
      <dgm:spPr/>
      <dgm:t>
        <a:bodyPr/>
        <a:lstStyle/>
        <a:p>
          <a:endParaRPr lang="en-US"/>
        </a:p>
      </dgm:t>
    </dgm:pt>
    <dgm:pt modelId="{6800ABA3-4D50-42D1-94A4-07BF8BE2D663}">
      <dgm:prSet/>
      <dgm:spPr/>
      <dgm:t>
        <a:bodyPr/>
        <a:lstStyle/>
        <a:p>
          <a:r>
            <a:rPr lang="en-NG"/>
            <a:t>Remove duplicate records based on order</a:t>
          </a:r>
          <a:endParaRPr lang="en-US"/>
        </a:p>
      </dgm:t>
    </dgm:pt>
    <dgm:pt modelId="{2530952E-5895-461B-B396-343B6CEE6F5B}" type="parTrans" cxnId="{BFB03BC2-908F-4A12-9894-4CD12243D6BA}">
      <dgm:prSet/>
      <dgm:spPr/>
      <dgm:t>
        <a:bodyPr/>
        <a:lstStyle/>
        <a:p>
          <a:endParaRPr lang="en-US"/>
        </a:p>
      </dgm:t>
    </dgm:pt>
    <dgm:pt modelId="{CD9896F1-BC59-47F1-A022-461A0A6A6E8A}" type="sibTrans" cxnId="{BFB03BC2-908F-4A12-9894-4CD12243D6BA}">
      <dgm:prSet/>
      <dgm:spPr/>
      <dgm:t>
        <a:bodyPr/>
        <a:lstStyle/>
        <a:p>
          <a:endParaRPr lang="en-US"/>
        </a:p>
      </dgm:t>
    </dgm:pt>
    <dgm:pt modelId="{DD7F98AF-A3CC-48CB-B341-0A4CC32EDA96}">
      <dgm:prSet/>
      <dgm:spPr/>
      <dgm:t>
        <a:bodyPr/>
        <a:lstStyle/>
        <a:p>
          <a:r>
            <a:rPr lang="en-US"/>
            <a:t>H</a:t>
          </a:r>
          <a:r>
            <a:rPr lang="en-NG"/>
            <a:t>andle missing values by filtering of replacing null where necessary</a:t>
          </a:r>
          <a:endParaRPr lang="en-US"/>
        </a:p>
      </dgm:t>
    </dgm:pt>
    <dgm:pt modelId="{5E2B6BC8-C04D-4B57-AB04-DD8B61979B7D}" type="parTrans" cxnId="{0B69EE8B-8AA6-4097-ACAA-852C2E5E33D3}">
      <dgm:prSet/>
      <dgm:spPr/>
      <dgm:t>
        <a:bodyPr/>
        <a:lstStyle/>
        <a:p>
          <a:endParaRPr lang="en-US"/>
        </a:p>
      </dgm:t>
    </dgm:pt>
    <dgm:pt modelId="{B42F74D3-8632-43C3-918D-2F6DA2765274}" type="sibTrans" cxnId="{0B69EE8B-8AA6-4097-ACAA-852C2E5E33D3}">
      <dgm:prSet/>
      <dgm:spPr/>
      <dgm:t>
        <a:bodyPr/>
        <a:lstStyle/>
        <a:p>
          <a:endParaRPr lang="en-US"/>
        </a:p>
      </dgm:t>
    </dgm:pt>
    <dgm:pt modelId="{069B9917-0EA2-45F6-B7D3-D997998EA213}">
      <dgm:prSet/>
      <dgm:spPr/>
      <dgm:t>
        <a:bodyPr/>
        <a:lstStyle/>
        <a:p>
          <a:r>
            <a:rPr lang="en-US"/>
            <a:t>S</a:t>
          </a:r>
          <a:r>
            <a:rPr lang="en-NG"/>
            <a:t>tandardize city and store names to ensure grouping</a:t>
          </a:r>
          <a:endParaRPr lang="en-US"/>
        </a:p>
      </dgm:t>
    </dgm:pt>
    <dgm:pt modelId="{682C2446-4F4B-4CF6-B234-D10432171B8C}" type="parTrans" cxnId="{AC9E6168-F507-4775-99BC-26320E490CDA}">
      <dgm:prSet/>
      <dgm:spPr/>
      <dgm:t>
        <a:bodyPr/>
        <a:lstStyle/>
        <a:p>
          <a:endParaRPr lang="en-US"/>
        </a:p>
      </dgm:t>
    </dgm:pt>
    <dgm:pt modelId="{23135A4E-037D-4294-B33E-4813CAFD7819}" type="sibTrans" cxnId="{AC9E6168-F507-4775-99BC-26320E490CDA}">
      <dgm:prSet/>
      <dgm:spPr/>
      <dgm:t>
        <a:bodyPr/>
        <a:lstStyle/>
        <a:p>
          <a:endParaRPr lang="en-US"/>
        </a:p>
      </dgm:t>
    </dgm:pt>
    <dgm:pt modelId="{B812B56F-4F18-4BE9-82EE-5004D656A9AF}" type="pres">
      <dgm:prSet presAssocID="{EB7A39AF-475B-465B-A88B-C3D54ED76DBF}" presName="vert0" presStyleCnt="0">
        <dgm:presLayoutVars>
          <dgm:dir/>
          <dgm:animOne val="branch"/>
          <dgm:animLvl val="lvl"/>
        </dgm:presLayoutVars>
      </dgm:prSet>
      <dgm:spPr/>
    </dgm:pt>
    <dgm:pt modelId="{BF6BB992-FE50-4652-8DB4-A414145233D3}" type="pres">
      <dgm:prSet presAssocID="{37B5733B-9276-48F3-B9AE-52AE2C146BED}" presName="thickLine" presStyleLbl="alignNode1" presStyleIdx="0" presStyleCnt="1"/>
      <dgm:spPr/>
    </dgm:pt>
    <dgm:pt modelId="{D01AA8FD-857A-4848-B162-967D0BBF769A}" type="pres">
      <dgm:prSet presAssocID="{37B5733B-9276-48F3-B9AE-52AE2C146BED}" presName="horz1" presStyleCnt="0"/>
      <dgm:spPr/>
    </dgm:pt>
    <dgm:pt modelId="{8956102E-D857-4FF8-8D4B-6AD54B009FD8}" type="pres">
      <dgm:prSet presAssocID="{37B5733B-9276-48F3-B9AE-52AE2C146BED}" presName="tx1" presStyleLbl="revTx" presStyleIdx="0" presStyleCnt="8"/>
      <dgm:spPr/>
    </dgm:pt>
    <dgm:pt modelId="{59C314E2-E753-4FD4-9963-C125D0A4566D}" type="pres">
      <dgm:prSet presAssocID="{37B5733B-9276-48F3-B9AE-52AE2C146BED}" presName="vert1" presStyleCnt="0"/>
      <dgm:spPr/>
    </dgm:pt>
    <dgm:pt modelId="{A01845EA-EE83-4627-AA21-CE1CC222AC9C}" type="pres">
      <dgm:prSet presAssocID="{CCF97492-6552-42F9-9DCF-C1C9F0CAB128}" presName="vertSpace2a" presStyleCnt="0"/>
      <dgm:spPr/>
    </dgm:pt>
    <dgm:pt modelId="{B5BA4BAC-18B2-49CF-A6FC-749C1E895040}" type="pres">
      <dgm:prSet presAssocID="{CCF97492-6552-42F9-9DCF-C1C9F0CAB128}" presName="horz2" presStyleCnt="0"/>
      <dgm:spPr/>
    </dgm:pt>
    <dgm:pt modelId="{9510D7FC-D078-457D-AE0A-CA533F91EA55}" type="pres">
      <dgm:prSet presAssocID="{CCF97492-6552-42F9-9DCF-C1C9F0CAB128}" presName="horzSpace2" presStyleCnt="0"/>
      <dgm:spPr/>
    </dgm:pt>
    <dgm:pt modelId="{93CDB0AC-C88D-49E0-9699-6A9D8D514FC3}" type="pres">
      <dgm:prSet presAssocID="{CCF97492-6552-42F9-9DCF-C1C9F0CAB128}" presName="tx2" presStyleLbl="revTx" presStyleIdx="1" presStyleCnt="8"/>
      <dgm:spPr/>
    </dgm:pt>
    <dgm:pt modelId="{115AC685-02E0-4533-A099-1C072EB635BC}" type="pres">
      <dgm:prSet presAssocID="{CCF97492-6552-42F9-9DCF-C1C9F0CAB128}" presName="vert2" presStyleCnt="0"/>
      <dgm:spPr/>
    </dgm:pt>
    <dgm:pt modelId="{5EEF1BDA-1CA0-46DB-9AE8-AA58E50992AC}" type="pres">
      <dgm:prSet presAssocID="{CCF97492-6552-42F9-9DCF-C1C9F0CAB128}" presName="thinLine2b" presStyleLbl="callout" presStyleIdx="0" presStyleCnt="7"/>
      <dgm:spPr/>
    </dgm:pt>
    <dgm:pt modelId="{2976F83E-E6AA-471C-B88F-7D6A628854C8}" type="pres">
      <dgm:prSet presAssocID="{CCF97492-6552-42F9-9DCF-C1C9F0CAB128}" presName="vertSpace2b" presStyleCnt="0"/>
      <dgm:spPr/>
    </dgm:pt>
    <dgm:pt modelId="{81BFAFA1-0808-48F0-941F-979AD713CB8F}" type="pres">
      <dgm:prSet presAssocID="{7613CD6D-6382-4E6F-8448-97E844968DB7}" presName="horz2" presStyleCnt="0"/>
      <dgm:spPr/>
    </dgm:pt>
    <dgm:pt modelId="{CF0B7F08-C08F-4323-96DA-70AC045C7678}" type="pres">
      <dgm:prSet presAssocID="{7613CD6D-6382-4E6F-8448-97E844968DB7}" presName="horzSpace2" presStyleCnt="0"/>
      <dgm:spPr/>
    </dgm:pt>
    <dgm:pt modelId="{73621EB5-8627-4A45-AE1A-1E156A911BF4}" type="pres">
      <dgm:prSet presAssocID="{7613CD6D-6382-4E6F-8448-97E844968DB7}" presName="tx2" presStyleLbl="revTx" presStyleIdx="2" presStyleCnt="8"/>
      <dgm:spPr/>
    </dgm:pt>
    <dgm:pt modelId="{397D8930-5028-44DB-8540-C0DAF72DB4E0}" type="pres">
      <dgm:prSet presAssocID="{7613CD6D-6382-4E6F-8448-97E844968DB7}" presName="vert2" presStyleCnt="0"/>
      <dgm:spPr/>
    </dgm:pt>
    <dgm:pt modelId="{A8ADF2BF-8F66-4202-B918-EEE2371D2B18}" type="pres">
      <dgm:prSet presAssocID="{7613CD6D-6382-4E6F-8448-97E844968DB7}" presName="thinLine2b" presStyleLbl="callout" presStyleIdx="1" presStyleCnt="7"/>
      <dgm:spPr/>
    </dgm:pt>
    <dgm:pt modelId="{F33740ED-6C2F-4647-8D9F-32000A8DE2F7}" type="pres">
      <dgm:prSet presAssocID="{7613CD6D-6382-4E6F-8448-97E844968DB7}" presName="vertSpace2b" presStyleCnt="0"/>
      <dgm:spPr/>
    </dgm:pt>
    <dgm:pt modelId="{761EEEED-2128-4036-B55A-77252B04B174}" type="pres">
      <dgm:prSet presAssocID="{DB9ECCC9-C168-4AFC-A175-F976CDB26A54}" presName="horz2" presStyleCnt="0"/>
      <dgm:spPr/>
    </dgm:pt>
    <dgm:pt modelId="{ED860338-B4A4-4FEE-B9BD-115FA29B50A9}" type="pres">
      <dgm:prSet presAssocID="{DB9ECCC9-C168-4AFC-A175-F976CDB26A54}" presName="horzSpace2" presStyleCnt="0"/>
      <dgm:spPr/>
    </dgm:pt>
    <dgm:pt modelId="{91A2243E-BCD8-412E-B6DB-7412B77595DD}" type="pres">
      <dgm:prSet presAssocID="{DB9ECCC9-C168-4AFC-A175-F976CDB26A54}" presName="tx2" presStyleLbl="revTx" presStyleIdx="3" presStyleCnt="8"/>
      <dgm:spPr/>
    </dgm:pt>
    <dgm:pt modelId="{370E693A-7A7D-4B65-BC71-9D346BDC7233}" type="pres">
      <dgm:prSet presAssocID="{DB9ECCC9-C168-4AFC-A175-F976CDB26A54}" presName="vert2" presStyleCnt="0"/>
      <dgm:spPr/>
    </dgm:pt>
    <dgm:pt modelId="{15076702-391B-4213-9C39-1A4C01810E05}" type="pres">
      <dgm:prSet presAssocID="{DB9ECCC9-C168-4AFC-A175-F976CDB26A54}" presName="thinLine2b" presStyleLbl="callout" presStyleIdx="2" presStyleCnt="7"/>
      <dgm:spPr/>
    </dgm:pt>
    <dgm:pt modelId="{3C154BB3-6454-49AF-81E9-CA6B0C6CCD15}" type="pres">
      <dgm:prSet presAssocID="{DB9ECCC9-C168-4AFC-A175-F976CDB26A54}" presName="vertSpace2b" presStyleCnt="0"/>
      <dgm:spPr/>
    </dgm:pt>
    <dgm:pt modelId="{03BE2A82-08D6-47AA-9368-02108AEF2EB3}" type="pres">
      <dgm:prSet presAssocID="{647B471C-7E31-40FB-9970-30F83EB26156}" presName="horz2" presStyleCnt="0"/>
      <dgm:spPr/>
    </dgm:pt>
    <dgm:pt modelId="{6D4F52DA-D1F3-437C-85F3-3EBE8E753ED9}" type="pres">
      <dgm:prSet presAssocID="{647B471C-7E31-40FB-9970-30F83EB26156}" presName="horzSpace2" presStyleCnt="0"/>
      <dgm:spPr/>
    </dgm:pt>
    <dgm:pt modelId="{4F7B7E59-AC4C-4FEB-B242-760D477649A9}" type="pres">
      <dgm:prSet presAssocID="{647B471C-7E31-40FB-9970-30F83EB26156}" presName="tx2" presStyleLbl="revTx" presStyleIdx="4" presStyleCnt="8"/>
      <dgm:spPr/>
    </dgm:pt>
    <dgm:pt modelId="{5BB6E417-C5F3-4B4C-8199-628B2FC1CCE8}" type="pres">
      <dgm:prSet presAssocID="{647B471C-7E31-40FB-9970-30F83EB26156}" presName="vert2" presStyleCnt="0"/>
      <dgm:spPr/>
    </dgm:pt>
    <dgm:pt modelId="{90C21741-A5F7-4387-9CC1-B46C60AFB41D}" type="pres">
      <dgm:prSet presAssocID="{647B471C-7E31-40FB-9970-30F83EB26156}" presName="thinLine2b" presStyleLbl="callout" presStyleIdx="3" presStyleCnt="7"/>
      <dgm:spPr/>
    </dgm:pt>
    <dgm:pt modelId="{C8C4D2B0-6BA5-4D04-9A65-E15BFD46A6C7}" type="pres">
      <dgm:prSet presAssocID="{647B471C-7E31-40FB-9970-30F83EB26156}" presName="vertSpace2b" presStyleCnt="0"/>
      <dgm:spPr/>
    </dgm:pt>
    <dgm:pt modelId="{69FCC55D-3189-44C0-83B7-BA1C9236D1E1}" type="pres">
      <dgm:prSet presAssocID="{6800ABA3-4D50-42D1-94A4-07BF8BE2D663}" presName="horz2" presStyleCnt="0"/>
      <dgm:spPr/>
    </dgm:pt>
    <dgm:pt modelId="{E78D9399-74A1-423C-A091-EF72847D6BE7}" type="pres">
      <dgm:prSet presAssocID="{6800ABA3-4D50-42D1-94A4-07BF8BE2D663}" presName="horzSpace2" presStyleCnt="0"/>
      <dgm:spPr/>
    </dgm:pt>
    <dgm:pt modelId="{5C30FFB1-AD81-4CDE-937C-AFAD8036EC54}" type="pres">
      <dgm:prSet presAssocID="{6800ABA3-4D50-42D1-94A4-07BF8BE2D663}" presName="tx2" presStyleLbl="revTx" presStyleIdx="5" presStyleCnt="8"/>
      <dgm:spPr/>
    </dgm:pt>
    <dgm:pt modelId="{63661114-ED29-4AFA-A464-9C1AA80E9994}" type="pres">
      <dgm:prSet presAssocID="{6800ABA3-4D50-42D1-94A4-07BF8BE2D663}" presName="vert2" presStyleCnt="0"/>
      <dgm:spPr/>
    </dgm:pt>
    <dgm:pt modelId="{44EC826D-65FC-4B94-9408-49A2983F9D60}" type="pres">
      <dgm:prSet presAssocID="{6800ABA3-4D50-42D1-94A4-07BF8BE2D663}" presName="thinLine2b" presStyleLbl="callout" presStyleIdx="4" presStyleCnt="7"/>
      <dgm:spPr/>
    </dgm:pt>
    <dgm:pt modelId="{07E3D015-CC90-4DDF-A18A-2F6022C8A323}" type="pres">
      <dgm:prSet presAssocID="{6800ABA3-4D50-42D1-94A4-07BF8BE2D663}" presName="vertSpace2b" presStyleCnt="0"/>
      <dgm:spPr/>
    </dgm:pt>
    <dgm:pt modelId="{E2A8C1F9-6C22-4ADF-B7DE-A7B66AC53D44}" type="pres">
      <dgm:prSet presAssocID="{DD7F98AF-A3CC-48CB-B341-0A4CC32EDA96}" presName="horz2" presStyleCnt="0"/>
      <dgm:spPr/>
    </dgm:pt>
    <dgm:pt modelId="{C5A7607B-3E7D-459B-914F-86F84D586A70}" type="pres">
      <dgm:prSet presAssocID="{DD7F98AF-A3CC-48CB-B341-0A4CC32EDA96}" presName="horzSpace2" presStyleCnt="0"/>
      <dgm:spPr/>
    </dgm:pt>
    <dgm:pt modelId="{36E536E0-7C0D-496A-B80C-0A4BCC2572A5}" type="pres">
      <dgm:prSet presAssocID="{DD7F98AF-A3CC-48CB-B341-0A4CC32EDA96}" presName="tx2" presStyleLbl="revTx" presStyleIdx="6" presStyleCnt="8"/>
      <dgm:spPr/>
    </dgm:pt>
    <dgm:pt modelId="{DAD52154-B978-4938-955A-00B359386C2B}" type="pres">
      <dgm:prSet presAssocID="{DD7F98AF-A3CC-48CB-B341-0A4CC32EDA96}" presName="vert2" presStyleCnt="0"/>
      <dgm:spPr/>
    </dgm:pt>
    <dgm:pt modelId="{F2567148-A536-4E21-9957-1FAB15B007D0}" type="pres">
      <dgm:prSet presAssocID="{DD7F98AF-A3CC-48CB-B341-0A4CC32EDA96}" presName="thinLine2b" presStyleLbl="callout" presStyleIdx="5" presStyleCnt="7"/>
      <dgm:spPr/>
    </dgm:pt>
    <dgm:pt modelId="{13A57D72-3299-4EDB-80F8-AEF90BD9D132}" type="pres">
      <dgm:prSet presAssocID="{DD7F98AF-A3CC-48CB-B341-0A4CC32EDA96}" presName="vertSpace2b" presStyleCnt="0"/>
      <dgm:spPr/>
    </dgm:pt>
    <dgm:pt modelId="{F1C84B6B-8621-4B5B-B11A-6E3448BC7B26}" type="pres">
      <dgm:prSet presAssocID="{069B9917-0EA2-45F6-B7D3-D997998EA213}" presName="horz2" presStyleCnt="0"/>
      <dgm:spPr/>
    </dgm:pt>
    <dgm:pt modelId="{65632756-9949-49AA-8E3E-559892CFFCF1}" type="pres">
      <dgm:prSet presAssocID="{069B9917-0EA2-45F6-B7D3-D997998EA213}" presName="horzSpace2" presStyleCnt="0"/>
      <dgm:spPr/>
    </dgm:pt>
    <dgm:pt modelId="{7D0FCFAF-EE71-410D-AF40-A313BD921F38}" type="pres">
      <dgm:prSet presAssocID="{069B9917-0EA2-45F6-B7D3-D997998EA213}" presName="tx2" presStyleLbl="revTx" presStyleIdx="7" presStyleCnt="8"/>
      <dgm:spPr/>
    </dgm:pt>
    <dgm:pt modelId="{2932055F-127E-4F20-9D1E-49631D0699D0}" type="pres">
      <dgm:prSet presAssocID="{069B9917-0EA2-45F6-B7D3-D997998EA213}" presName="vert2" presStyleCnt="0"/>
      <dgm:spPr/>
    </dgm:pt>
    <dgm:pt modelId="{65DC5B91-9B71-4A1E-A478-43D878FB163A}" type="pres">
      <dgm:prSet presAssocID="{069B9917-0EA2-45F6-B7D3-D997998EA213}" presName="thinLine2b" presStyleLbl="callout" presStyleIdx="6" presStyleCnt="7"/>
      <dgm:spPr/>
    </dgm:pt>
    <dgm:pt modelId="{BF3CC7A8-4A37-4006-B38F-C36B3EE2ABED}" type="pres">
      <dgm:prSet presAssocID="{069B9917-0EA2-45F6-B7D3-D997998EA213}" presName="vertSpace2b" presStyleCnt="0"/>
      <dgm:spPr/>
    </dgm:pt>
  </dgm:ptLst>
  <dgm:cxnLst>
    <dgm:cxn modelId="{D58FB906-0D76-45E9-841A-1042157E3605}" srcId="{37B5733B-9276-48F3-B9AE-52AE2C146BED}" destId="{647B471C-7E31-40FB-9970-30F83EB26156}" srcOrd="3" destOrd="0" parTransId="{48C381B7-B3A1-482B-990A-632ED755CA27}" sibTransId="{9126EB2B-0A06-4DFC-B376-E81A65B7142E}"/>
    <dgm:cxn modelId="{730DF30E-8F4C-43D9-BBD2-AADCB0A14824}" type="presOf" srcId="{7613CD6D-6382-4E6F-8448-97E844968DB7}" destId="{73621EB5-8627-4A45-AE1A-1E156A911BF4}" srcOrd="0" destOrd="0" presId="urn:microsoft.com/office/officeart/2008/layout/LinedList"/>
    <dgm:cxn modelId="{B1622D11-4EB2-4ABF-BFE1-F041289CB075}" type="presOf" srcId="{DD7F98AF-A3CC-48CB-B341-0A4CC32EDA96}" destId="{36E536E0-7C0D-496A-B80C-0A4BCC2572A5}" srcOrd="0" destOrd="0" presId="urn:microsoft.com/office/officeart/2008/layout/LinedList"/>
    <dgm:cxn modelId="{48B7302F-89F1-4DC9-BD33-4AB8E4F35F4A}" type="presOf" srcId="{DB9ECCC9-C168-4AFC-A175-F976CDB26A54}" destId="{91A2243E-BCD8-412E-B6DB-7412B77595DD}" srcOrd="0" destOrd="0" presId="urn:microsoft.com/office/officeart/2008/layout/LinedList"/>
    <dgm:cxn modelId="{E609EA30-3EE3-46F6-97BA-FB86574A1B1C}" type="presOf" srcId="{069B9917-0EA2-45F6-B7D3-D997998EA213}" destId="{7D0FCFAF-EE71-410D-AF40-A313BD921F38}" srcOrd="0" destOrd="0" presId="urn:microsoft.com/office/officeart/2008/layout/LinedList"/>
    <dgm:cxn modelId="{2522753D-E19F-4964-BDE4-23B62CA62249}" srcId="{37B5733B-9276-48F3-B9AE-52AE2C146BED}" destId="{CCF97492-6552-42F9-9DCF-C1C9F0CAB128}" srcOrd="0" destOrd="0" parTransId="{6B11B571-624B-4EA6-ACD8-409327966E1F}" sibTransId="{9A5FFB21-D133-43B1-A2FA-572EE003CE5A}"/>
    <dgm:cxn modelId="{CF580E3E-DE68-4033-9F10-D2AACF5B8CC5}" type="presOf" srcId="{6800ABA3-4D50-42D1-94A4-07BF8BE2D663}" destId="{5C30FFB1-AD81-4CDE-937C-AFAD8036EC54}" srcOrd="0" destOrd="0" presId="urn:microsoft.com/office/officeart/2008/layout/LinedList"/>
    <dgm:cxn modelId="{9194865E-A22B-4304-9971-58C490C04583}" srcId="{37B5733B-9276-48F3-B9AE-52AE2C146BED}" destId="{7613CD6D-6382-4E6F-8448-97E844968DB7}" srcOrd="1" destOrd="0" parTransId="{82C25023-EAA4-4121-9C4A-F9E8775505BE}" sibTransId="{19C43AF2-B97C-423B-9681-3C7AB0782B03}"/>
    <dgm:cxn modelId="{90E30A60-87B8-4E7B-A5B9-A9BD0800DD02}" type="presOf" srcId="{EB7A39AF-475B-465B-A88B-C3D54ED76DBF}" destId="{B812B56F-4F18-4BE9-82EE-5004D656A9AF}" srcOrd="0" destOrd="0" presId="urn:microsoft.com/office/officeart/2008/layout/LinedList"/>
    <dgm:cxn modelId="{4976A643-9CD7-42B3-A62F-C397CDFB572A}" srcId="{37B5733B-9276-48F3-B9AE-52AE2C146BED}" destId="{DB9ECCC9-C168-4AFC-A175-F976CDB26A54}" srcOrd="2" destOrd="0" parTransId="{083ACA34-CEED-4CB2-AE6B-20F678D2FBAD}" sibTransId="{F39BE140-03D2-4BFD-A08F-C208F254AA2E}"/>
    <dgm:cxn modelId="{0AA7CC45-7F6E-4AB9-9F60-EA01A7280A3F}" type="presOf" srcId="{CCF97492-6552-42F9-9DCF-C1C9F0CAB128}" destId="{93CDB0AC-C88D-49E0-9699-6A9D8D514FC3}" srcOrd="0" destOrd="0" presId="urn:microsoft.com/office/officeart/2008/layout/LinedList"/>
    <dgm:cxn modelId="{AC9E6168-F507-4775-99BC-26320E490CDA}" srcId="{37B5733B-9276-48F3-B9AE-52AE2C146BED}" destId="{069B9917-0EA2-45F6-B7D3-D997998EA213}" srcOrd="6" destOrd="0" parTransId="{682C2446-4F4B-4CF6-B234-D10432171B8C}" sibTransId="{23135A4E-037D-4294-B33E-4813CAFD7819}"/>
    <dgm:cxn modelId="{E961B187-E535-46FE-AAA0-DEBB7A09651C}" type="presOf" srcId="{647B471C-7E31-40FB-9970-30F83EB26156}" destId="{4F7B7E59-AC4C-4FEB-B242-760D477649A9}" srcOrd="0" destOrd="0" presId="urn:microsoft.com/office/officeart/2008/layout/LinedList"/>
    <dgm:cxn modelId="{0B69EE8B-8AA6-4097-ACAA-852C2E5E33D3}" srcId="{37B5733B-9276-48F3-B9AE-52AE2C146BED}" destId="{DD7F98AF-A3CC-48CB-B341-0A4CC32EDA96}" srcOrd="5" destOrd="0" parTransId="{5E2B6BC8-C04D-4B57-AB04-DD8B61979B7D}" sibTransId="{B42F74D3-8632-43C3-918D-2F6DA2765274}"/>
    <dgm:cxn modelId="{2A475ABD-20E2-4DEE-8298-C7088FF41D02}" srcId="{EB7A39AF-475B-465B-A88B-C3D54ED76DBF}" destId="{37B5733B-9276-48F3-B9AE-52AE2C146BED}" srcOrd="0" destOrd="0" parTransId="{B090866C-56D7-4E23-87AC-93DCA1A5D98A}" sibTransId="{CAE2955D-446A-4A65-9BAA-29F00FB5F0EC}"/>
    <dgm:cxn modelId="{D47320BE-3E89-4923-9715-B23EE49A8BD6}" type="presOf" srcId="{37B5733B-9276-48F3-B9AE-52AE2C146BED}" destId="{8956102E-D857-4FF8-8D4B-6AD54B009FD8}" srcOrd="0" destOrd="0" presId="urn:microsoft.com/office/officeart/2008/layout/LinedList"/>
    <dgm:cxn modelId="{BFB03BC2-908F-4A12-9894-4CD12243D6BA}" srcId="{37B5733B-9276-48F3-B9AE-52AE2C146BED}" destId="{6800ABA3-4D50-42D1-94A4-07BF8BE2D663}" srcOrd="4" destOrd="0" parTransId="{2530952E-5895-461B-B396-343B6CEE6F5B}" sibTransId="{CD9896F1-BC59-47F1-A022-461A0A6A6E8A}"/>
    <dgm:cxn modelId="{8358ADB7-FA1F-438A-8141-EBCB959D164F}" type="presParOf" srcId="{B812B56F-4F18-4BE9-82EE-5004D656A9AF}" destId="{BF6BB992-FE50-4652-8DB4-A414145233D3}" srcOrd="0" destOrd="0" presId="urn:microsoft.com/office/officeart/2008/layout/LinedList"/>
    <dgm:cxn modelId="{68DC3843-5DC7-4748-BEA5-0114245BC776}" type="presParOf" srcId="{B812B56F-4F18-4BE9-82EE-5004D656A9AF}" destId="{D01AA8FD-857A-4848-B162-967D0BBF769A}" srcOrd="1" destOrd="0" presId="urn:microsoft.com/office/officeart/2008/layout/LinedList"/>
    <dgm:cxn modelId="{03F67D97-4365-40ED-87E4-A2BBB878F75A}" type="presParOf" srcId="{D01AA8FD-857A-4848-B162-967D0BBF769A}" destId="{8956102E-D857-4FF8-8D4B-6AD54B009FD8}" srcOrd="0" destOrd="0" presId="urn:microsoft.com/office/officeart/2008/layout/LinedList"/>
    <dgm:cxn modelId="{718E04DD-3C0A-4830-BB31-5CEA49EB9E7A}" type="presParOf" srcId="{D01AA8FD-857A-4848-B162-967D0BBF769A}" destId="{59C314E2-E753-4FD4-9963-C125D0A4566D}" srcOrd="1" destOrd="0" presId="urn:microsoft.com/office/officeart/2008/layout/LinedList"/>
    <dgm:cxn modelId="{96CA0321-E443-4FD7-984B-C282D886EAAF}" type="presParOf" srcId="{59C314E2-E753-4FD4-9963-C125D0A4566D}" destId="{A01845EA-EE83-4627-AA21-CE1CC222AC9C}" srcOrd="0" destOrd="0" presId="urn:microsoft.com/office/officeart/2008/layout/LinedList"/>
    <dgm:cxn modelId="{AF9880A6-B79E-4CD9-8FDE-2E7ADFF8C0C3}" type="presParOf" srcId="{59C314E2-E753-4FD4-9963-C125D0A4566D}" destId="{B5BA4BAC-18B2-49CF-A6FC-749C1E895040}" srcOrd="1" destOrd="0" presId="urn:microsoft.com/office/officeart/2008/layout/LinedList"/>
    <dgm:cxn modelId="{18718036-E9B5-4AF2-AA1B-663EC8AFF422}" type="presParOf" srcId="{B5BA4BAC-18B2-49CF-A6FC-749C1E895040}" destId="{9510D7FC-D078-457D-AE0A-CA533F91EA55}" srcOrd="0" destOrd="0" presId="urn:microsoft.com/office/officeart/2008/layout/LinedList"/>
    <dgm:cxn modelId="{90431110-543A-4DC7-9253-F1CB694777BF}" type="presParOf" srcId="{B5BA4BAC-18B2-49CF-A6FC-749C1E895040}" destId="{93CDB0AC-C88D-49E0-9699-6A9D8D514FC3}" srcOrd="1" destOrd="0" presId="urn:microsoft.com/office/officeart/2008/layout/LinedList"/>
    <dgm:cxn modelId="{409ACD9B-8C4B-4C56-BCD5-4C1E1CE6B44B}" type="presParOf" srcId="{B5BA4BAC-18B2-49CF-A6FC-749C1E895040}" destId="{115AC685-02E0-4533-A099-1C072EB635BC}" srcOrd="2" destOrd="0" presId="urn:microsoft.com/office/officeart/2008/layout/LinedList"/>
    <dgm:cxn modelId="{DDDCA08D-1B93-4EA3-8115-5B36B19A782D}" type="presParOf" srcId="{59C314E2-E753-4FD4-9963-C125D0A4566D}" destId="{5EEF1BDA-1CA0-46DB-9AE8-AA58E50992AC}" srcOrd="2" destOrd="0" presId="urn:microsoft.com/office/officeart/2008/layout/LinedList"/>
    <dgm:cxn modelId="{029E8FFB-3847-4378-AB57-7FB416C409B1}" type="presParOf" srcId="{59C314E2-E753-4FD4-9963-C125D0A4566D}" destId="{2976F83E-E6AA-471C-B88F-7D6A628854C8}" srcOrd="3" destOrd="0" presId="urn:microsoft.com/office/officeart/2008/layout/LinedList"/>
    <dgm:cxn modelId="{93AD1549-00C5-4538-863E-177008948C34}" type="presParOf" srcId="{59C314E2-E753-4FD4-9963-C125D0A4566D}" destId="{81BFAFA1-0808-48F0-941F-979AD713CB8F}" srcOrd="4" destOrd="0" presId="urn:microsoft.com/office/officeart/2008/layout/LinedList"/>
    <dgm:cxn modelId="{EBAC93E3-D7D6-4A7D-B8C8-FA57A82BA13D}" type="presParOf" srcId="{81BFAFA1-0808-48F0-941F-979AD713CB8F}" destId="{CF0B7F08-C08F-4323-96DA-70AC045C7678}" srcOrd="0" destOrd="0" presId="urn:microsoft.com/office/officeart/2008/layout/LinedList"/>
    <dgm:cxn modelId="{162319FC-E3B2-442D-BB81-F5F03000D85D}" type="presParOf" srcId="{81BFAFA1-0808-48F0-941F-979AD713CB8F}" destId="{73621EB5-8627-4A45-AE1A-1E156A911BF4}" srcOrd="1" destOrd="0" presId="urn:microsoft.com/office/officeart/2008/layout/LinedList"/>
    <dgm:cxn modelId="{2A310911-161A-443E-ABBF-4B3BB5674B06}" type="presParOf" srcId="{81BFAFA1-0808-48F0-941F-979AD713CB8F}" destId="{397D8930-5028-44DB-8540-C0DAF72DB4E0}" srcOrd="2" destOrd="0" presId="urn:microsoft.com/office/officeart/2008/layout/LinedList"/>
    <dgm:cxn modelId="{14CB5F5F-2E47-4711-A379-18FE40F52CBE}" type="presParOf" srcId="{59C314E2-E753-4FD4-9963-C125D0A4566D}" destId="{A8ADF2BF-8F66-4202-B918-EEE2371D2B18}" srcOrd="5" destOrd="0" presId="urn:microsoft.com/office/officeart/2008/layout/LinedList"/>
    <dgm:cxn modelId="{6A27A763-3236-4C0E-AE04-06BCFEE9136B}" type="presParOf" srcId="{59C314E2-E753-4FD4-9963-C125D0A4566D}" destId="{F33740ED-6C2F-4647-8D9F-32000A8DE2F7}" srcOrd="6" destOrd="0" presId="urn:microsoft.com/office/officeart/2008/layout/LinedList"/>
    <dgm:cxn modelId="{95F14E23-80DF-4442-BCFE-1D62BEDED606}" type="presParOf" srcId="{59C314E2-E753-4FD4-9963-C125D0A4566D}" destId="{761EEEED-2128-4036-B55A-77252B04B174}" srcOrd="7" destOrd="0" presId="urn:microsoft.com/office/officeart/2008/layout/LinedList"/>
    <dgm:cxn modelId="{5CF3DA55-6C57-47BA-B2D3-6F091FC8C776}" type="presParOf" srcId="{761EEEED-2128-4036-B55A-77252B04B174}" destId="{ED860338-B4A4-4FEE-B9BD-115FA29B50A9}" srcOrd="0" destOrd="0" presId="urn:microsoft.com/office/officeart/2008/layout/LinedList"/>
    <dgm:cxn modelId="{74605033-F9C2-4CE3-971E-EC4949E364CD}" type="presParOf" srcId="{761EEEED-2128-4036-B55A-77252B04B174}" destId="{91A2243E-BCD8-412E-B6DB-7412B77595DD}" srcOrd="1" destOrd="0" presId="urn:microsoft.com/office/officeart/2008/layout/LinedList"/>
    <dgm:cxn modelId="{02F563CA-D7D0-4D3D-856C-FE5F7D20C126}" type="presParOf" srcId="{761EEEED-2128-4036-B55A-77252B04B174}" destId="{370E693A-7A7D-4B65-BC71-9D346BDC7233}" srcOrd="2" destOrd="0" presId="urn:microsoft.com/office/officeart/2008/layout/LinedList"/>
    <dgm:cxn modelId="{A8C3B1BF-FF4B-4F63-A77A-CE57A264E4BA}" type="presParOf" srcId="{59C314E2-E753-4FD4-9963-C125D0A4566D}" destId="{15076702-391B-4213-9C39-1A4C01810E05}" srcOrd="8" destOrd="0" presId="urn:microsoft.com/office/officeart/2008/layout/LinedList"/>
    <dgm:cxn modelId="{44A468C6-2462-4556-9C9B-09A358DA5D9D}" type="presParOf" srcId="{59C314E2-E753-4FD4-9963-C125D0A4566D}" destId="{3C154BB3-6454-49AF-81E9-CA6B0C6CCD15}" srcOrd="9" destOrd="0" presId="urn:microsoft.com/office/officeart/2008/layout/LinedList"/>
    <dgm:cxn modelId="{E04F5390-E57B-4E1F-B47D-69BEB0DB21D9}" type="presParOf" srcId="{59C314E2-E753-4FD4-9963-C125D0A4566D}" destId="{03BE2A82-08D6-47AA-9368-02108AEF2EB3}" srcOrd="10" destOrd="0" presId="urn:microsoft.com/office/officeart/2008/layout/LinedList"/>
    <dgm:cxn modelId="{7743F1FF-6944-476F-AD92-D6D31CC0D3A3}" type="presParOf" srcId="{03BE2A82-08D6-47AA-9368-02108AEF2EB3}" destId="{6D4F52DA-D1F3-437C-85F3-3EBE8E753ED9}" srcOrd="0" destOrd="0" presId="urn:microsoft.com/office/officeart/2008/layout/LinedList"/>
    <dgm:cxn modelId="{2B7FCF49-068B-46DF-A888-E5B035877B76}" type="presParOf" srcId="{03BE2A82-08D6-47AA-9368-02108AEF2EB3}" destId="{4F7B7E59-AC4C-4FEB-B242-760D477649A9}" srcOrd="1" destOrd="0" presId="urn:microsoft.com/office/officeart/2008/layout/LinedList"/>
    <dgm:cxn modelId="{580C7D5A-8AA4-4B98-9AEC-E20406BE86EB}" type="presParOf" srcId="{03BE2A82-08D6-47AA-9368-02108AEF2EB3}" destId="{5BB6E417-C5F3-4B4C-8199-628B2FC1CCE8}" srcOrd="2" destOrd="0" presId="urn:microsoft.com/office/officeart/2008/layout/LinedList"/>
    <dgm:cxn modelId="{08568362-BE1A-4606-8005-E21AE0044535}" type="presParOf" srcId="{59C314E2-E753-4FD4-9963-C125D0A4566D}" destId="{90C21741-A5F7-4387-9CC1-B46C60AFB41D}" srcOrd="11" destOrd="0" presId="urn:microsoft.com/office/officeart/2008/layout/LinedList"/>
    <dgm:cxn modelId="{BEBE3739-B0A5-4D50-A2A9-8AD9660A13CE}" type="presParOf" srcId="{59C314E2-E753-4FD4-9963-C125D0A4566D}" destId="{C8C4D2B0-6BA5-4D04-9A65-E15BFD46A6C7}" srcOrd="12" destOrd="0" presId="urn:microsoft.com/office/officeart/2008/layout/LinedList"/>
    <dgm:cxn modelId="{49AE0DC2-FC2A-45CF-B30A-0E816517BCC0}" type="presParOf" srcId="{59C314E2-E753-4FD4-9963-C125D0A4566D}" destId="{69FCC55D-3189-44C0-83B7-BA1C9236D1E1}" srcOrd="13" destOrd="0" presId="urn:microsoft.com/office/officeart/2008/layout/LinedList"/>
    <dgm:cxn modelId="{593ED507-F3FE-4940-B33A-28BBDEF8E99D}" type="presParOf" srcId="{69FCC55D-3189-44C0-83B7-BA1C9236D1E1}" destId="{E78D9399-74A1-423C-A091-EF72847D6BE7}" srcOrd="0" destOrd="0" presId="urn:microsoft.com/office/officeart/2008/layout/LinedList"/>
    <dgm:cxn modelId="{E022E9EE-08CE-4A28-963B-D964C48C20D9}" type="presParOf" srcId="{69FCC55D-3189-44C0-83B7-BA1C9236D1E1}" destId="{5C30FFB1-AD81-4CDE-937C-AFAD8036EC54}" srcOrd="1" destOrd="0" presId="urn:microsoft.com/office/officeart/2008/layout/LinedList"/>
    <dgm:cxn modelId="{AFA41A5D-BF49-48FE-8A9E-9F4E4DD83A87}" type="presParOf" srcId="{69FCC55D-3189-44C0-83B7-BA1C9236D1E1}" destId="{63661114-ED29-4AFA-A464-9C1AA80E9994}" srcOrd="2" destOrd="0" presId="urn:microsoft.com/office/officeart/2008/layout/LinedList"/>
    <dgm:cxn modelId="{51E7264C-280A-49B2-A5B5-CA554E6AC3A4}" type="presParOf" srcId="{59C314E2-E753-4FD4-9963-C125D0A4566D}" destId="{44EC826D-65FC-4B94-9408-49A2983F9D60}" srcOrd="14" destOrd="0" presId="urn:microsoft.com/office/officeart/2008/layout/LinedList"/>
    <dgm:cxn modelId="{059A7A8A-58BF-4829-BE75-37C7295D7D3C}" type="presParOf" srcId="{59C314E2-E753-4FD4-9963-C125D0A4566D}" destId="{07E3D015-CC90-4DDF-A18A-2F6022C8A323}" srcOrd="15" destOrd="0" presId="urn:microsoft.com/office/officeart/2008/layout/LinedList"/>
    <dgm:cxn modelId="{F04B00CB-91D6-4838-9743-E21CE9814C2E}" type="presParOf" srcId="{59C314E2-E753-4FD4-9963-C125D0A4566D}" destId="{E2A8C1F9-6C22-4ADF-B7DE-A7B66AC53D44}" srcOrd="16" destOrd="0" presId="urn:microsoft.com/office/officeart/2008/layout/LinedList"/>
    <dgm:cxn modelId="{06D01884-37F9-4B10-83CB-446B9C133966}" type="presParOf" srcId="{E2A8C1F9-6C22-4ADF-B7DE-A7B66AC53D44}" destId="{C5A7607B-3E7D-459B-914F-86F84D586A70}" srcOrd="0" destOrd="0" presId="urn:microsoft.com/office/officeart/2008/layout/LinedList"/>
    <dgm:cxn modelId="{E79DE3BE-EBF2-414E-A9EF-20C861CE13D0}" type="presParOf" srcId="{E2A8C1F9-6C22-4ADF-B7DE-A7B66AC53D44}" destId="{36E536E0-7C0D-496A-B80C-0A4BCC2572A5}" srcOrd="1" destOrd="0" presId="urn:microsoft.com/office/officeart/2008/layout/LinedList"/>
    <dgm:cxn modelId="{EB800504-925D-494C-A57E-AEE749B34A58}" type="presParOf" srcId="{E2A8C1F9-6C22-4ADF-B7DE-A7B66AC53D44}" destId="{DAD52154-B978-4938-955A-00B359386C2B}" srcOrd="2" destOrd="0" presId="urn:microsoft.com/office/officeart/2008/layout/LinedList"/>
    <dgm:cxn modelId="{ED8CAAE2-83BF-4460-A2F5-C7EE1F0B03CF}" type="presParOf" srcId="{59C314E2-E753-4FD4-9963-C125D0A4566D}" destId="{F2567148-A536-4E21-9957-1FAB15B007D0}" srcOrd="17" destOrd="0" presId="urn:microsoft.com/office/officeart/2008/layout/LinedList"/>
    <dgm:cxn modelId="{E3B95F00-8E1C-4630-BA96-C9A972E56162}" type="presParOf" srcId="{59C314E2-E753-4FD4-9963-C125D0A4566D}" destId="{13A57D72-3299-4EDB-80F8-AEF90BD9D132}" srcOrd="18" destOrd="0" presId="urn:microsoft.com/office/officeart/2008/layout/LinedList"/>
    <dgm:cxn modelId="{18F9C3DE-6A5A-4354-BFC6-7B6B58B49513}" type="presParOf" srcId="{59C314E2-E753-4FD4-9963-C125D0A4566D}" destId="{F1C84B6B-8621-4B5B-B11A-6E3448BC7B26}" srcOrd="19" destOrd="0" presId="urn:microsoft.com/office/officeart/2008/layout/LinedList"/>
    <dgm:cxn modelId="{DF9E8533-DF6A-4E89-9471-3852F8EDA2C0}" type="presParOf" srcId="{F1C84B6B-8621-4B5B-B11A-6E3448BC7B26}" destId="{65632756-9949-49AA-8E3E-559892CFFCF1}" srcOrd="0" destOrd="0" presId="urn:microsoft.com/office/officeart/2008/layout/LinedList"/>
    <dgm:cxn modelId="{ED065A85-03D2-4872-93B8-07B68F35D848}" type="presParOf" srcId="{F1C84B6B-8621-4B5B-B11A-6E3448BC7B26}" destId="{7D0FCFAF-EE71-410D-AF40-A313BD921F38}" srcOrd="1" destOrd="0" presId="urn:microsoft.com/office/officeart/2008/layout/LinedList"/>
    <dgm:cxn modelId="{54764201-5B9B-4039-8C86-223E4774FE5F}" type="presParOf" srcId="{F1C84B6B-8621-4B5B-B11A-6E3448BC7B26}" destId="{2932055F-127E-4F20-9D1E-49631D0699D0}" srcOrd="2" destOrd="0" presId="urn:microsoft.com/office/officeart/2008/layout/LinedList"/>
    <dgm:cxn modelId="{D3B16559-B54A-4FA4-912A-E8A09FE52C6B}" type="presParOf" srcId="{59C314E2-E753-4FD4-9963-C125D0A4566D}" destId="{65DC5B91-9B71-4A1E-A478-43D878FB163A}" srcOrd="20" destOrd="0" presId="urn:microsoft.com/office/officeart/2008/layout/LinedList"/>
    <dgm:cxn modelId="{978B9EF3-2F8B-410C-BF86-BE924F00455B}" type="presParOf" srcId="{59C314E2-E753-4FD4-9963-C125D0A4566D}" destId="{BF3CC7A8-4A37-4006-B38F-C36B3EE2ABED}" srcOrd="2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1D2030-3C39-47F7-8B44-6F078A99610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DD03078-81E7-499A-9D1D-F533130FDD04}">
      <dgm:prSet/>
      <dgm:spPr/>
      <dgm:t>
        <a:bodyPr/>
        <a:lstStyle/>
        <a:p>
          <a:r>
            <a:rPr lang="en-NG"/>
            <a:t>We evaluate seven popular machine learning classifiers on our dataset using standard performance metrics; Accuracy, Precicion, Recall, F1 Score and AUC/ROC.</a:t>
          </a:r>
          <a:endParaRPr lang="en-US"/>
        </a:p>
      </dgm:t>
    </dgm:pt>
    <dgm:pt modelId="{FD08141B-34B3-4B20-89FA-BF6A01EED145}" type="parTrans" cxnId="{993D43EE-D59A-4237-9ABB-AA4FD830E771}">
      <dgm:prSet/>
      <dgm:spPr/>
      <dgm:t>
        <a:bodyPr/>
        <a:lstStyle/>
        <a:p>
          <a:endParaRPr lang="en-US"/>
        </a:p>
      </dgm:t>
    </dgm:pt>
    <dgm:pt modelId="{EB31BA21-17DA-4643-86D6-1AB257323C02}" type="sibTrans" cxnId="{993D43EE-D59A-4237-9ABB-AA4FD830E771}">
      <dgm:prSet/>
      <dgm:spPr/>
      <dgm:t>
        <a:bodyPr/>
        <a:lstStyle/>
        <a:p>
          <a:endParaRPr lang="en-US"/>
        </a:p>
      </dgm:t>
    </dgm:pt>
    <dgm:pt modelId="{F88FBD71-E892-4AAD-84B3-6C9C9DCC33DD}">
      <dgm:prSet/>
      <dgm:spPr/>
      <dgm:t>
        <a:bodyPr/>
        <a:lstStyle/>
        <a:p>
          <a:r>
            <a:rPr lang="en-NG" dirty="0"/>
            <a:t>The goal was to find the model that best balance predicting correctly while minimizing missed case(false negative) and false alarms (False positive)</a:t>
          </a:r>
          <a:endParaRPr lang="en-US" dirty="0"/>
        </a:p>
      </dgm:t>
    </dgm:pt>
    <dgm:pt modelId="{9EF8F7DA-3F69-4540-812D-AF0F78665B75}" type="parTrans" cxnId="{6B98C2C7-A79B-4188-8F55-DDAF1E52E99C}">
      <dgm:prSet/>
      <dgm:spPr/>
      <dgm:t>
        <a:bodyPr/>
        <a:lstStyle/>
        <a:p>
          <a:endParaRPr lang="en-US"/>
        </a:p>
      </dgm:t>
    </dgm:pt>
    <dgm:pt modelId="{918CF896-1B80-493C-8B33-86CBFC5E4545}" type="sibTrans" cxnId="{6B98C2C7-A79B-4188-8F55-DDAF1E52E99C}">
      <dgm:prSet/>
      <dgm:spPr/>
      <dgm:t>
        <a:bodyPr/>
        <a:lstStyle/>
        <a:p>
          <a:endParaRPr lang="en-US"/>
        </a:p>
      </dgm:t>
    </dgm:pt>
    <dgm:pt modelId="{79A21E62-D941-4165-9179-6D088F3DA580}" type="pres">
      <dgm:prSet presAssocID="{F31D2030-3C39-47F7-8B44-6F078A996106}" presName="linear" presStyleCnt="0">
        <dgm:presLayoutVars>
          <dgm:animLvl val="lvl"/>
          <dgm:resizeHandles val="exact"/>
        </dgm:presLayoutVars>
      </dgm:prSet>
      <dgm:spPr/>
    </dgm:pt>
    <dgm:pt modelId="{FC1F85AA-9A6E-4CB2-AE5E-F44B4AD3162D}" type="pres">
      <dgm:prSet presAssocID="{DDD03078-81E7-499A-9D1D-F533130FDD0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9DD5769-A461-48C5-83D7-0903421D8384}" type="pres">
      <dgm:prSet presAssocID="{EB31BA21-17DA-4643-86D6-1AB257323C02}" presName="spacer" presStyleCnt="0"/>
      <dgm:spPr/>
    </dgm:pt>
    <dgm:pt modelId="{0FEE9071-57E2-4F2B-9AFF-E681A54398E7}" type="pres">
      <dgm:prSet presAssocID="{F88FBD71-E892-4AAD-84B3-6C9C9DCC33D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2109B04-1894-41AB-AA48-E674A30CD790}" type="presOf" srcId="{DDD03078-81E7-499A-9D1D-F533130FDD04}" destId="{FC1F85AA-9A6E-4CB2-AE5E-F44B4AD3162D}" srcOrd="0" destOrd="0" presId="urn:microsoft.com/office/officeart/2005/8/layout/vList2"/>
    <dgm:cxn modelId="{5C306B2C-3605-4847-ABEE-B504825B858A}" type="presOf" srcId="{F88FBD71-E892-4AAD-84B3-6C9C9DCC33DD}" destId="{0FEE9071-57E2-4F2B-9AFF-E681A54398E7}" srcOrd="0" destOrd="0" presId="urn:microsoft.com/office/officeart/2005/8/layout/vList2"/>
    <dgm:cxn modelId="{6B98C2C7-A79B-4188-8F55-DDAF1E52E99C}" srcId="{F31D2030-3C39-47F7-8B44-6F078A996106}" destId="{F88FBD71-E892-4AAD-84B3-6C9C9DCC33DD}" srcOrd="1" destOrd="0" parTransId="{9EF8F7DA-3F69-4540-812D-AF0F78665B75}" sibTransId="{918CF896-1B80-493C-8B33-86CBFC5E4545}"/>
    <dgm:cxn modelId="{6F1403ED-7557-4A8E-A8D7-07087DE5CC5A}" type="presOf" srcId="{F31D2030-3C39-47F7-8B44-6F078A996106}" destId="{79A21E62-D941-4165-9179-6D088F3DA580}" srcOrd="0" destOrd="0" presId="urn:microsoft.com/office/officeart/2005/8/layout/vList2"/>
    <dgm:cxn modelId="{993D43EE-D59A-4237-9ABB-AA4FD830E771}" srcId="{F31D2030-3C39-47F7-8B44-6F078A996106}" destId="{DDD03078-81E7-499A-9D1D-F533130FDD04}" srcOrd="0" destOrd="0" parTransId="{FD08141B-34B3-4B20-89FA-BF6A01EED145}" sibTransId="{EB31BA21-17DA-4643-86D6-1AB257323C02}"/>
    <dgm:cxn modelId="{C16353C3-CEC6-414C-BBF4-8E13224C561C}" type="presParOf" srcId="{79A21E62-D941-4165-9179-6D088F3DA580}" destId="{FC1F85AA-9A6E-4CB2-AE5E-F44B4AD3162D}" srcOrd="0" destOrd="0" presId="urn:microsoft.com/office/officeart/2005/8/layout/vList2"/>
    <dgm:cxn modelId="{3B495220-1E0C-43F7-A98F-B4D2DEF53B5B}" type="presParOf" srcId="{79A21E62-D941-4165-9179-6D088F3DA580}" destId="{A9DD5769-A461-48C5-83D7-0903421D8384}" srcOrd="1" destOrd="0" presId="urn:microsoft.com/office/officeart/2005/8/layout/vList2"/>
    <dgm:cxn modelId="{6B345385-B0F0-4D0A-9218-7070F47A0CCC}" type="presParOf" srcId="{79A21E62-D941-4165-9179-6D088F3DA580}" destId="{0FEE9071-57E2-4F2B-9AFF-E681A54398E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E4839A6-7DB6-4DAA-ACDE-0F63E10C6EA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61013B9-B6AE-4DFA-9654-AB92161400A9}">
      <dgm:prSet/>
      <dgm:spPr/>
      <dgm:t>
        <a:bodyPr/>
        <a:lstStyle/>
        <a:p>
          <a:r>
            <a:rPr lang="en-US" dirty="0"/>
            <a:t> </a:t>
          </a:r>
          <a:r>
            <a:rPr lang="en-NG" b="1" dirty="0"/>
            <a:t>Model</a:t>
          </a:r>
          <a:r>
            <a:rPr lang="en-NG" dirty="0"/>
            <a:t>  </a:t>
          </a:r>
          <a:r>
            <a:rPr lang="en-US" b="1" dirty="0"/>
            <a:t>Accuracy</a:t>
          </a:r>
          <a:r>
            <a:rPr lang="en-US" dirty="0"/>
            <a:t>  </a:t>
          </a:r>
          <a:r>
            <a:rPr lang="en-US" b="1" dirty="0"/>
            <a:t>Precision</a:t>
          </a:r>
          <a:r>
            <a:rPr lang="en-US" dirty="0"/>
            <a:t>  </a:t>
          </a:r>
          <a:r>
            <a:rPr lang="en-US" b="1" dirty="0"/>
            <a:t>F1-</a:t>
          </a:r>
          <a:r>
            <a:rPr lang="en-NG" b="1" dirty="0"/>
            <a:t>Score</a:t>
          </a:r>
          <a:r>
            <a:rPr lang="en-US" b="1" dirty="0"/>
            <a:t>  AUC/ROC  Recall</a:t>
          </a:r>
        </a:p>
      </dgm:t>
    </dgm:pt>
    <dgm:pt modelId="{D752D08C-A583-4BCF-BEAA-6762CA3A13EB}" type="parTrans" cxnId="{1BA55468-13E0-4737-B697-56A8EA782A97}">
      <dgm:prSet/>
      <dgm:spPr/>
      <dgm:t>
        <a:bodyPr/>
        <a:lstStyle/>
        <a:p>
          <a:endParaRPr lang="en-US"/>
        </a:p>
      </dgm:t>
    </dgm:pt>
    <dgm:pt modelId="{0C1DF70E-0769-4642-98C0-E89B7000A2A2}" type="sibTrans" cxnId="{1BA55468-13E0-4737-B697-56A8EA782A97}">
      <dgm:prSet/>
      <dgm:spPr/>
      <dgm:t>
        <a:bodyPr/>
        <a:lstStyle/>
        <a:p>
          <a:endParaRPr lang="en-US"/>
        </a:p>
      </dgm:t>
    </dgm:pt>
    <dgm:pt modelId="{5F457571-C465-4608-9809-443D979802DB}">
      <dgm:prSet/>
      <dgm:spPr/>
      <dgm:t>
        <a:bodyPr/>
        <a:lstStyle/>
        <a:p>
          <a:r>
            <a:rPr lang="en-US" dirty="0"/>
            <a:t>0   SVC      </a:t>
          </a:r>
          <a:r>
            <a:rPr lang="en-NG" dirty="0"/>
            <a:t>      </a:t>
          </a:r>
          <a:r>
            <a:rPr lang="en-US" dirty="0"/>
            <a:t>0.74     </a:t>
          </a:r>
          <a:r>
            <a:rPr lang="en-NG" dirty="0"/>
            <a:t>   </a:t>
          </a:r>
          <a:r>
            <a:rPr lang="en-US" dirty="0"/>
            <a:t>  0.74     </a:t>
          </a:r>
          <a:r>
            <a:rPr lang="en-NG" dirty="0"/>
            <a:t>      </a:t>
          </a:r>
          <a:r>
            <a:rPr lang="en-US" dirty="0"/>
            <a:t> 0.68    </a:t>
          </a:r>
          <a:r>
            <a:rPr lang="en-NG" dirty="0"/>
            <a:t>       </a:t>
          </a:r>
          <a:r>
            <a:rPr lang="en-US" dirty="0"/>
            <a:t> 0.73   </a:t>
          </a:r>
          <a:r>
            <a:rPr lang="en-NG" dirty="0"/>
            <a:t>        </a:t>
          </a:r>
          <a:r>
            <a:rPr lang="en-US" dirty="0"/>
            <a:t> 0.64</a:t>
          </a:r>
        </a:p>
      </dgm:t>
    </dgm:pt>
    <dgm:pt modelId="{86F54848-C8AE-4914-A21E-3B8F6B82A337}" type="parTrans" cxnId="{38C3EE84-278B-4FB7-BC1B-4E6487B37B0E}">
      <dgm:prSet/>
      <dgm:spPr/>
      <dgm:t>
        <a:bodyPr/>
        <a:lstStyle/>
        <a:p>
          <a:endParaRPr lang="en-US"/>
        </a:p>
      </dgm:t>
    </dgm:pt>
    <dgm:pt modelId="{97656E8C-BCD0-4608-946F-4E738F007ED5}" type="sibTrans" cxnId="{38C3EE84-278B-4FB7-BC1B-4E6487B37B0E}">
      <dgm:prSet/>
      <dgm:spPr/>
      <dgm:t>
        <a:bodyPr/>
        <a:lstStyle/>
        <a:p>
          <a:endParaRPr lang="en-US"/>
        </a:p>
      </dgm:t>
    </dgm:pt>
    <dgm:pt modelId="{AB06ED1D-8358-49A5-9BCC-3376260A476A}">
      <dgm:prSet/>
      <dgm:spPr/>
      <dgm:t>
        <a:bodyPr/>
        <a:lstStyle/>
        <a:p>
          <a:r>
            <a:rPr lang="en-US" dirty="0"/>
            <a:t>1   RFC     </a:t>
          </a:r>
          <a:r>
            <a:rPr lang="en-NG" dirty="0"/>
            <a:t>      </a:t>
          </a:r>
          <a:r>
            <a:rPr lang="en-US" dirty="0"/>
            <a:t> 0.77     </a:t>
          </a:r>
          <a:r>
            <a:rPr lang="en-NG" dirty="0"/>
            <a:t>   </a:t>
          </a:r>
          <a:r>
            <a:rPr lang="en-US" dirty="0"/>
            <a:t>  0.75      </a:t>
          </a:r>
          <a:r>
            <a:rPr lang="en-NG" dirty="0"/>
            <a:t>      </a:t>
          </a:r>
          <a:r>
            <a:rPr lang="en-US" dirty="0"/>
            <a:t>0.75     </a:t>
          </a:r>
          <a:r>
            <a:rPr lang="en-NG" dirty="0"/>
            <a:t>       </a:t>
          </a:r>
          <a:r>
            <a:rPr lang="en-US" dirty="0"/>
            <a:t>0.77    </a:t>
          </a:r>
          <a:r>
            <a:rPr lang="en-NG" dirty="0"/>
            <a:t>       </a:t>
          </a:r>
          <a:r>
            <a:rPr lang="en-US" dirty="0"/>
            <a:t>0.75</a:t>
          </a:r>
        </a:p>
      </dgm:t>
    </dgm:pt>
    <dgm:pt modelId="{02888437-2A07-4B79-9941-676678D001F5}" type="parTrans" cxnId="{864C185B-9905-41B8-88DA-A22CC717FA8C}">
      <dgm:prSet/>
      <dgm:spPr/>
      <dgm:t>
        <a:bodyPr/>
        <a:lstStyle/>
        <a:p>
          <a:endParaRPr lang="en-US"/>
        </a:p>
      </dgm:t>
    </dgm:pt>
    <dgm:pt modelId="{9AD43AB2-E088-443D-B8DE-CB76B9C12F6E}" type="sibTrans" cxnId="{864C185B-9905-41B8-88DA-A22CC717FA8C}">
      <dgm:prSet/>
      <dgm:spPr/>
      <dgm:t>
        <a:bodyPr/>
        <a:lstStyle/>
        <a:p>
          <a:endParaRPr lang="en-US"/>
        </a:p>
      </dgm:t>
    </dgm:pt>
    <dgm:pt modelId="{3177A8CA-E1F6-4FF4-AAF5-412066D77F3C}">
      <dgm:prSet/>
      <dgm:spPr/>
      <dgm:t>
        <a:bodyPr/>
        <a:lstStyle/>
        <a:p>
          <a:r>
            <a:rPr lang="en-US" dirty="0"/>
            <a:t>2    LR      </a:t>
          </a:r>
          <a:r>
            <a:rPr lang="en-NG" dirty="0"/>
            <a:t>       </a:t>
          </a:r>
          <a:r>
            <a:rPr lang="en-US" dirty="0"/>
            <a:t>0.72   </a:t>
          </a:r>
          <a:r>
            <a:rPr lang="en-NG" dirty="0"/>
            <a:t>    </a:t>
          </a:r>
          <a:r>
            <a:rPr lang="en-US" dirty="0"/>
            <a:t>    0.70     </a:t>
          </a:r>
          <a:r>
            <a:rPr lang="en-NG" dirty="0"/>
            <a:t>       </a:t>
          </a:r>
          <a:r>
            <a:rPr lang="en-US" dirty="0"/>
            <a:t> 0.68    </a:t>
          </a:r>
          <a:r>
            <a:rPr lang="en-NG" dirty="0"/>
            <a:t>      </a:t>
          </a:r>
          <a:r>
            <a:rPr lang="en-US" dirty="0"/>
            <a:t> 0.72    </a:t>
          </a:r>
          <a:r>
            <a:rPr lang="en-NG" dirty="0"/>
            <a:t>        </a:t>
          </a:r>
          <a:r>
            <a:rPr lang="en-US" dirty="0"/>
            <a:t>0.66</a:t>
          </a:r>
        </a:p>
      </dgm:t>
    </dgm:pt>
    <dgm:pt modelId="{4255AD06-603E-4E57-B2C5-DF9A09D39252}" type="parTrans" cxnId="{CE1A344B-A858-496F-A55B-449C605EAC5D}">
      <dgm:prSet/>
      <dgm:spPr/>
      <dgm:t>
        <a:bodyPr/>
        <a:lstStyle/>
        <a:p>
          <a:endParaRPr lang="en-US"/>
        </a:p>
      </dgm:t>
    </dgm:pt>
    <dgm:pt modelId="{921E7433-A1F3-41FA-8A79-9268651A7ED8}" type="sibTrans" cxnId="{CE1A344B-A858-496F-A55B-449C605EAC5D}">
      <dgm:prSet/>
      <dgm:spPr/>
      <dgm:t>
        <a:bodyPr/>
        <a:lstStyle/>
        <a:p>
          <a:endParaRPr lang="en-US"/>
        </a:p>
      </dgm:t>
    </dgm:pt>
    <dgm:pt modelId="{E6562D40-5EDB-419C-A70E-BED1D5037A55}">
      <dgm:prSet/>
      <dgm:spPr/>
      <dgm:t>
        <a:bodyPr/>
        <a:lstStyle/>
        <a:p>
          <a:r>
            <a:rPr lang="en-US" dirty="0"/>
            <a:t>3  XGBC    </a:t>
          </a:r>
          <a:r>
            <a:rPr lang="en-NG" dirty="0"/>
            <a:t>   </a:t>
          </a:r>
          <a:r>
            <a:rPr lang="en-US" dirty="0"/>
            <a:t>  0.79   </a:t>
          </a:r>
          <a:r>
            <a:rPr lang="en-NG" dirty="0"/>
            <a:t>   </a:t>
          </a:r>
          <a:r>
            <a:rPr lang="en-US" dirty="0"/>
            <a:t>    0.76     </a:t>
          </a:r>
          <a:r>
            <a:rPr lang="en-NG" dirty="0"/>
            <a:t>      </a:t>
          </a:r>
          <a:r>
            <a:rPr lang="en-US" dirty="0"/>
            <a:t> 0.77    </a:t>
          </a:r>
          <a:r>
            <a:rPr lang="en-NG" dirty="0"/>
            <a:t>      </a:t>
          </a:r>
          <a:r>
            <a:rPr lang="en-US" dirty="0"/>
            <a:t> </a:t>
          </a:r>
          <a:r>
            <a:rPr lang="en-NG" dirty="0"/>
            <a:t> </a:t>
          </a:r>
          <a:r>
            <a:rPr lang="en-US" dirty="0"/>
            <a:t>0.79   </a:t>
          </a:r>
          <a:r>
            <a:rPr lang="en-NG" dirty="0"/>
            <a:t>      </a:t>
          </a:r>
          <a:r>
            <a:rPr lang="en-US" dirty="0"/>
            <a:t> </a:t>
          </a:r>
          <a:r>
            <a:rPr lang="en-NG" dirty="0"/>
            <a:t>  </a:t>
          </a:r>
          <a:r>
            <a:rPr lang="en-US" dirty="0"/>
            <a:t>0.78</a:t>
          </a:r>
        </a:p>
      </dgm:t>
    </dgm:pt>
    <dgm:pt modelId="{118A3024-9E2F-48A6-A36E-E02FA0BC9497}" type="parTrans" cxnId="{500C2F01-D065-4BAD-B168-F578308CE8E7}">
      <dgm:prSet/>
      <dgm:spPr/>
      <dgm:t>
        <a:bodyPr/>
        <a:lstStyle/>
        <a:p>
          <a:endParaRPr lang="en-US"/>
        </a:p>
      </dgm:t>
    </dgm:pt>
    <dgm:pt modelId="{F7EA26E5-2B2D-4DEA-BF1B-6553C44CB06B}" type="sibTrans" cxnId="{500C2F01-D065-4BAD-B168-F578308CE8E7}">
      <dgm:prSet/>
      <dgm:spPr/>
      <dgm:t>
        <a:bodyPr/>
        <a:lstStyle/>
        <a:p>
          <a:endParaRPr lang="en-US"/>
        </a:p>
      </dgm:t>
    </dgm:pt>
    <dgm:pt modelId="{9CB00AFB-8683-41EA-B7AE-009F646BB2DE}">
      <dgm:prSet/>
      <dgm:spPr/>
      <dgm:t>
        <a:bodyPr/>
        <a:lstStyle/>
        <a:p>
          <a:r>
            <a:rPr lang="en-US" dirty="0"/>
            <a:t>4  SGDC    </a:t>
          </a:r>
          <a:r>
            <a:rPr lang="en-NG" dirty="0"/>
            <a:t>   </a:t>
          </a:r>
          <a:r>
            <a:rPr lang="en-US" dirty="0"/>
            <a:t>  0.74    </a:t>
          </a:r>
          <a:r>
            <a:rPr lang="en-NG" dirty="0"/>
            <a:t>  </a:t>
          </a:r>
          <a:r>
            <a:rPr lang="en-US" dirty="0"/>
            <a:t>   0.78      </a:t>
          </a:r>
          <a:r>
            <a:rPr lang="en-NG" dirty="0"/>
            <a:t>       </a:t>
          </a:r>
          <a:r>
            <a:rPr lang="en-US" dirty="0"/>
            <a:t>0.66    </a:t>
          </a:r>
          <a:r>
            <a:rPr lang="en-NG" dirty="0"/>
            <a:t>      </a:t>
          </a:r>
          <a:r>
            <a:rPr lang="en-US" dirty="0"/>
            <a:t> 0.72    </a:t>
          </a:r>
          <a:r>
            <a:rPr lang="en-NG" dirty="0"/>
            <a:t>        </a:t>
          </a:r>
          <a:r>
            <a:rPr lang="en-US" dirty="0"/>
            <a:t>0.58</a:t>
          </a:r>
        </a:p>
      </dgm:t>
    </dgm:pt>
    <dgm:pt modelId="{EEE02E05-8610-45A5-A172-5680F6B7E6F3}" type="parTrans" cxnId="{3161B2C1-0554-4A67-A5BB-237E30794828}">
      <dgm:prSet/>
      <dgm:spPr/>
      <dgm:t>
        <a:bodyPr/>
        <a:lstStyle/>
        <a:p>
          <a:endParaRPr lang="en-US"/>
        </a:p>
      </dgm:t>
    </dgm:pt>
    <dgm:pt modelId="{F287EF7B-6CCE-4EAA-80AB-B5FC41E06EDD}" type="sibTrans" cxnId="{3161B2C1-0554-4A67-A5BB-237E30794828}">
      <dgm:prSet/>
      <dgm:spPr/>
      <dgm:t>
        <a:bodyPr/>
        <a:lstStyle/>
        <a:p>
          <a:endParaRPr lang="en-US"/>
        </a:p>
      </dgm:t>
    </dgm:pt>
    <dgm:pt modelId="{2CF52E5D-0B82-4D8C-8393-057942760C5D}">
      <dgm:prSet/>
      <dgm:spPr/>
      <dgm:t>
        <a:bodyPr/>
        <a:lstStyle/>
        <a:p>
          <a:r>
            <a:rPr lang="en-US" dirty="0"/>
            <a:t>5   GNB      </a:t>
          </a:r>
          <a:r>
            <a:rPr lang="en-NG" dirty="0"/>
            <a:t>    </a:t>
          </a:r>
          <a:r>
            <a:rPr lang="en-US" dirty="0"/>
            <a:t>0.74     </a:t>
          </a:r>
          <a:r>
            <a:rPr lang="en-NG" dirty="0"/>
            <a:t>   </a:t>
          </a:r>
          <a:r>
            <a:rPr lang="en-US" dirty="0"/>
            <a:t>  0.77      </a:t>
          </a:r>
          <a:r>
            <a:rPr lang="en-NG" dirty="0"/>
            <a:t>        </a:t>
          </a:r>
          <a:r>
            <a:rPr lang="en-US" dirty="0"/>
            <a:t>0.67    </a:t>
          </a:r>
          <a:r>
            <a:rPr lang="en-NG" dirty="0"/>
            <a:t>     </a:t>
          </a:r>
          <a:r>
            <a:rPr lang="en-US" dirty="0"/>
            <a:t> 0.72    </a:t>
          </a:r>
          <a:r>
            <a:rPr lang="en-NG" dirty="0"/>
            <a:t>        </a:t>
          </a:r>
          <a:r>
            <a:rPr lang="en-US" dirty="0"/>
            <a:t>0.59</a:t>
          </a:r>
        </a:p>
      </dgm:t>
    </dgm:pt>
    <dgm:pt modelId="{03F0D8DC-ECF9-4963-BCFE-9A6F00B6F5E6}" type="parTrans" cxnId="{2D2FD4A2-8C7F-447A-8621-12201CB1CC62}">
      <dgm:prSet/>
      <dgm:spPr/>
      <dgm:t>
        <a:bodyPr/>
        <a:lstStyle/>
        <a:p>
          <a:endParaRPr lang="en-US"/>
        </a:p>
      </dgm:t>
    </dgm:pt>
    <dgm:pt modelId="{9E760267-0C24-4D18-92C9-B541D896F478}" type="sibTrans" cxnId="{2D2FD4A2-8C7F-447A-8621-12201CB1CC62}">
      <dgm:prSet/>
      <dgm:spPr/>
      <dgm:t>
        <a:bodyPr/>
        <a:lstStyle/>
        <a:p>
          <a:endParaRPr lang="en-US"/>
        </a:p>
      </dgm:t>
    </dgm:pt>
    <dgm:pt modelId="{03767A68-6874-4B1A-81B6-9994AEE52B4A}">
      <dgm:prSet/>
      <dgm:spPr/>
      <dgm:t>
        <a:bodyPr/>
        <a:lstStyle/>
        <a:p>
          <a:r>
            <a:rPr lang="en-US" dirty="0"/>
            <a:t>6   DTC     </a:t>
          </a:r>
          <a:r>
            <a:rPr lang="en-NG" dirty="0"/>
            <a:t>   </a:t>
          </a:r>
          <a:r>
            <a:rPr lang="en-US" dirty="0"/>
            <a:t> 0.72      </a:t>
          </a:r>
          <a:r>
            <a:rPr lang="en-NG" dirty="0"/>
            <a:t>     </a:t>
          </a:r>
          <a:r>
            <a:rPr lang="en-US" dirty="0"/>
            <a:t> 0.68     </a:t>
          </a:r>
          <a:r>
            <a:rPr lang="en-NG" dirty="0"/>
            <a:t>        </a:t>
          </a:r>
          <a:r>
            <a:rPr lang="en-US" dirty="0"/>
            <a:t> 0.70    </a:t>
          </a:r>
          <a:r>
            <a:rPr lang="en-NG" dirty="0"/>
            <a:t>     </a:t>
          </a:r>
          <a:r>
            <a:rPr lang="en-US" dirty="0"/>
            <a:t> 0.72    </a:t>
          </a:r>
          <a:r>
            <a:rPr lang="en-NG" dirty="0"/>
            <a:t>        </a:t>
          </a:r>
          <a:r>
            <a:rPr lang="en-US" dirty="0"/>
            <a:t>0.72</a:t>
          </a:r>
        </a:p>
      </dgm:t>
    </dgm:pt>
    <dgm:pt modelId="{6AE3F891-0E7F-4750-8DE2-53CD051073C6}" type="parTrans" cxnId="{0CF6E5CE-DE55-4AA8-A78E-C26E65515596}">
      <dgm:prSet/>
      <dgm:spPr/>
      <dgm:t>
        <a:bodyPr/>
        <a:lstStyle/>
        <a:p>
          <a:endParaRPr lang="en-US"/>
        </a:p>
      </dgm:t>
    </dgm:pt>
    <dgm:pt modelId="{DC009EB6-CFF0-4278-BE50-C10FEABCDB34}" type="sibTrans" cxnId="{0CF6E5CE-DE55-4AA8-A78E-C26E65515596}">
      <dgm:prSet/>
      <dgm:spPr/>
      <dgm:t>
        <a:bodyPr/>
        <a:lstStyle/>
        <a:p>
          <a:endParaRPr lang="en-US"/>
        </a:p>
      </dgm:t>
    </dgm:pt>
    <dgm:pt modelId="{CD056824-767C-4680-9AEC-CA1596F7DB89}" type="pres">
      <dgm:prSet presAssocID="{0E4839A6-7DB6-4DAA-ACDE-0F63E10C6EA0}" presName="vert0" presStyleCnt="0">
        <dgm:presLayoutVars>
          <dgm:dir/>
          <dgm:animOne val="branch"/>
          <dgm:animLvl val="lvl"/>
        </dgm:presLayoutVars>
      </dgm:prSet>
      <dgm:spPr/>
    </dgm:pt>
    <dgm:pt modelId="{587ED9D1-85C3-4C32-A42F-378B5134541C}" type="pres">
      <dgm:prSet presAssocID="{F61013B9-B6AE-4DFA-9654-AB92161400A9}" presName="thickLine" presStyleLbl="alignNode1" presStyleIdx="0" presStyleCnt="8"/>
      <dgm:spPr/>
    </dgm:pt>
    <dgm:pt modelId="{9B896295-245B-4E2B-BD30-C5C5A9D0574A}" type="pres">
      <dgm:prSet presAssocID="{F61013B9-B6AE-4DFA-9654-AB92161400A9}" presName="horz1" presStyleCnt="0"/>
      <dgm:spPr/>
    </dgm:pt>
    <dgm:pt modelId="{DFFF6D23-D503-480E-A334-825A23960DD9}" type="pres">
      <dgm:prSet presAssocID="{F61013B9-B6AE-4DFA-9654-AB92161400A9}" presName="tx1" presStyleLbl="revTx" presStyleIdx="0" presStyleCnt="8" custLinFactY="-13279" custLinFactNeighborX="0" custLinFactNeighborY="-100000"/>
      <dgm:spPr/>
    </dgm:pt>
    <dgm:pt modelId="{491F3657-22B2-42CB-9ED9-3D775AA27298}" type="pres">
      <dgm:prSet presAssocID="{F61013B9-B6AE-4DFA-9654-AB92161400A9}" presName="vert1" presStyleCnt="0"/>
      <dgm:spPr/>
    </dgm:pt>
    <dgm:pt modelId="{E9BB1CCE-66E3-4A89-87CB-8415B1239283}" type="pres">
      <dgm:prSet presAssocID="{5F457571-C465-4608-9809-443D979802DB}" presName="thickLine" presStyleLbl="alignNode1" presStyleIdx="1" presStyleCnt="8"/>
      <dgm:spPr/>
    </dgm:pt>
    <dgm:pt modelId="{1EB6921E-4497-47BB-8EAF-0A37EDA1C7E8}" type="pres">
      <dgm:prSet presAssocID="{5F457571-C465-4608-9809-443D979802DB}" presName="horz1" presStyleCnt="0"/>
      <dgm:spPr/>
    </dgm:pt>
    <dgm:pt modelId="{94D7878A-C196-4224-B378-D5EB9D6C579B}" type="pres">
      <dgm:prSet presAssocID="{5F457571-C465-4608-9809-443D979802DB}" presName="tx1" presStyleLbl="revTx" presStyleIdx="1" presStyleCnt="8"/>
      <dgm:spPr/>
    </dgm:pt>
    <dgm:pt modelId="{75AE487E-3C04-4B55-9033-5AC3E0D66880}" type="pres">
      <dgm:prSet presAssocID="{5F457571-C465-4608-9809-443D979802DB}" presName="vert1" presStyleCnt="0"/>
      <dgm:spPr/>
    </dgm:pt>
    <dgm:pt modelId="{978B8629-0397-4F4E-8F68-65B8AB5B9103}" type="pres">
      <dgm:prSet presAssocID="{AB06ED1D-8358-49A5-9BCC-3376260A476A}" presName="thickLine" presStyleLbl="alignNode1" presStyleIdx="2" presStyleCnt="8"/>
      <dgm:spPr/>
    </dgm:pt>
    <dgm:pt modelId="{7A913FE7-B414-41D5-8FEF-28A36F8F1752}" type="pres">
      <dgm:prSet presAssocID="{AB06ED1D-8358-49A5-9BCC-3376260A476A}" presName="horz1" presStyleCnt="0"/>
      <dgm:spPr/>
    </dgm:pt>
    <dgm:pt modelId="{2B3401A6-2B0C-4342-9DE8-8160675E287C}" type="pres">
      <dgm:prSet presAssocID="{AB06ED1D-8358-49A5-9BCC-3376260A476A}" presName="tx1" presStyleLbl="revTx" presStyleIdx="2" presStyleCnt="8"/>
      <dgm:spPr/>
    </dgm:pt>
    <dgm:pt modelId="{0A22ADF9-C38D-4176-A89E-B8FFE427FA68}" type="pres">
      <dgm:prSet presAssocID="{AB06ED1D-8358-49A5-9BCC-3376260A476A}" presName="vert1" presStyleCnt="0"/>
      <dgm:spPr/>
    </dgm:pt>
    <dgm:pt modelId="{DD013150-B991-4773-BCB3-E4E5F046AF6B}" type="pres">
      <dgm:prSet presAssocID="{3177A8CA-E1F6-4FF4-AAF5-412066D77F3C}" presName="thickLine" presStyleLbl="alignNode1" presStyleIdx="3" presStyleCnt="8"/>
      <dgm:spPr/>
    </dgm:pt>
    <dgm:pt modelId="{28AA7CE6-570D-40C2-A062-870EB53F87B6}" type="pres">
      <dgm:prSet presAssocID="{3177A8CA-E1F6-4FF4-AAF5-412066D77F3C}" presName="horz1" presStyleCnt="0"/>
      <dgm:spPr/>
    </dgm:pt>
    <dgm:pt modelId="{484533DD-B3C1-4A24-A5AD-F8BEB9513DF3}" type="pres">
      <dgm:prSet presAssocID="{3177A8CA-E1F6-4FF4-AAF5-412066D77F3C}" presName="tx1" presStyleLbl="revTx" presStyleIdx="3" presStyleCnt="8"/>
      <dgm:spPr/>
    </dgm:pt>
    <dgm:pt modelId="{76793F18-2F1A-433E-824C-A2DB0F72815E}" type="pres">
      <dgm:prSet presAssocID="{3177A8CA-E1F6-4FF4-AAF5-412066D77F3C}" presName="vert1" presStyleCnt="0"/>
      <dgm:spPr/>
    </dgm:pt>
    <dgm:pt modelId="{843E6B87-1F39-4A3B-84DF-8574D9DCF6B4}" type="pres">
      <dgm:prSet presAssocID="{E6562D40-5EDB-419C-A70E-BED1D5037A55}" presName="thickLine" presStyleLbl="alignNode1" presStyleIdx="4" presStyleCnt="8"/>
      <dgm:spPr/>
    </dgm:pt>
    <dgm:pt modelId="{F66A92AE-15AE-4363-BD8C-ECB9F6856E13}" type="pres">
      <dgm:prSet presAssocID="{E6562D40-5EDB-419C-A70E-BED1D5037A55}" presName="horz1" presStyleCnt="0"/>
      <dgm:spPr/>
    </dgm:pt>
    <dgm:pt modelId="{E2C9669E-76E2-4B39-9D96-8AA6DC025F80}" type="pres">
      <dgm:prSet presAssocID="{E6562D40-5EDB-419C-A70E-BED1D5037A55}" presName="tx1" presStyleLbl="revTx" presStyleIdx="4" presStyleCnt="8"/>
      <dgm:spPr/>
    </dgm:pt>
    <dgm:pt modelId="{D53249D8-F9E1-4C28-BB31-63474DD98FC4}" type="pres">
      <dgm:prSet presAssocID="{E6562D40-5EDB-419C-A70E-BED1D5037A55}" presName="vert1" presStyleCnt="0"/>
      <dgm:spPr/>
    </dgm:pt>
    <dgm:pt modelId="{4054DE70-3989-4ADA-9023-1741514CCA34}" type="pres">
      <dgm:prSet presAssocID="{9CB00AFB-8683-41EA-B7AE-009F646BB2DE}" presName="thickLine" presStyleLbl="alignNode1" presStyleIdx="5" presStyleCnt="8"/>
      <dgm:spPr/>
    </dgm:pt>
    <dgm:pt modelId="{7AF5B126-5313-42A0-BEE8-89195F59D587}" type="pres">
      <dgm:prSet presAssocID="{9CB00AFB-8683-41EA-B7AE-009F646BB2DE}" presName="horz1" presStyleCnt="0"/>
      <dgm:spPr/>
    </dgm:pt>
    <dgm:pt modelId="{0682AD3C-4AC5-492D-9E14-94990A867A31}" type="pres">
      <dgm:prSet presAssocID="{9CB00AFB-8683-41EA-B7AE-009F646BB2DE}" presName="tx1" presStyleLbl="revTx" presStyleIdx="5" presStyleCnt="8"/>
      <dgm:spPr/>
    </dgm:pt>
    <dgm:pt modelId="{D29CF256-E271-4EAC-9F8C-B727EF9D617E}" type="pres">
      <dgm:prSet presAssocID="{9CB00AFB-8683-41EA-B7AE-009F646BB2DE}" presName="vert1" presStyleCnt="0"/>
      <dgm:spPr/>
    </dgm:pt>
    <dgm:pt modelId="{1E114BA7-E86C-46B0-93FB-B4AC59725E1C}" type="pres">
      <dgm:prSet presAssocID="{2CF52E5D-0B82-4D8C-8393-057942760C5D}" presName="thickLine" presStyleLbl="alignNode1" presStyleIdx="6" presStyleCnt="8"/>
      <dgm:spPr/>
    </dgm:pt>
    <dgm:pt modelId="{28C43C89-5B14-46CA-BC5A-BF9B8ED3DEAC}" type="pres">
      <dgm:prSet presAssocID="{2CF52E5D-0B82-4D8C-8393-057942760C5D}" presName="horz1" presStyleCnt="0"/>
      <dgm:spPr/>
    </dgm:pt>
    <dgm:pt modelId="{AEBFF24F-D2C1-4C4E-9B1B-190E24E45F75}" type="pres">
      <dgm:prSet presAssocID="{2CF52E5D-0B82-4D8C-8393-057942760C5D}" presName="tx1" presStyleLbl="revTx" presStyleIdx="6" presStyleCnt="8"/>
      <dgm:spPr/>
    </dgm:pt>
    <dgm:pt modelId="{A1A61260-8642-4E28-88A5-C32FCF0C6007}" type="pres">
      <dgm:prSet presAssocID="{2CF52E5D-0B82-4D8C-8393-057942760C5D}" presName="vert1" presStyleCnt="0"/>
      <dgm:spPr/>
    </dgm:pt>
    <dgm:pt modelId="{07C9BC2D-B2A2-4705-AEAD-9DA3AFFE8A21}" type="pres">
      <dgm:prSet presAssocID="{03767A68-6874-4B1A-81B6-9994AEE52B4A}" presName="thickLine" presStyleLbl="alignNode1" presStyleIdx="7" presStyleCnt="8"/>
      <dgm:spPr/>
    </dgm:pt>
    <dgm:pt modelId="{D5B06265-611C-4AB9-AC21-43FB5618C8A5}" type="pres">
      <dgm:prSet presAssocID="{03767A68-6874-4B1A-81B6-9994AEE52B4A}" presName="horz1" presStyleCnt="0"/>
      <dgm:spPr/>
    </dgm:pt>
    <dgm:pt modelId="{EFC06E99-A4F1-4D5D-B360-5615232DEFC9}" type="pres">
      <dgm:prSet presAssocID="{03767A68-6874-4B1A-81B6-9994AEE52B4A}" presName="tx1" presStyleLbl="revTx" presStyleIdx="7" presStyleCnt="8"/>
      <dgm:spPr/>
    </dgm:pt>
    <dgm:pt modelId="{9BF68650-22AD-445A-9611-D045990E3F5F}" type="pres">
      <dgm:prSet presAssocID="{03767A68-6874-4B1A-81B6-9994AEE52B4A}" presName="vert1" presStyleCnt="0"/>
      <dgm:spPr/>
    </dgm:pt>
  </dgm:ptLst>
  <dgm:cxnLst>
    <dgm:cxn modelId="{500C2F01-D065-4BAD-B168-F578308CE8E7}" srcId="{0E4839A6-7DB6-4DAA-ACDE-0F63E10C6EA0}" destId="{E6562D40-5EDB-419C-A70E-BED1D5037A55}" srcOrd="4" destOrd="0" parTransId="{118A3024-9E2F-48A6-A36E-E02FA0BC9497}" sibTransId="{F7EA26E5-2B2D-4DEA-BF1B-6553C44CB06B}"/>
    <dgm:cxn modelId="{864C185B-9905-41B8-88DA-A22CC717FA8C}" srcId="{0E4839A6-7DB6-4DAA-ACDE-0F63E10C6EA0}" destId="{AB06ED1D-8358-49A5-9BCC-3376260A476A}" srcOrd="2" destOrd="0" parTransId="{02888437-2A07-4B79-9941-676678D001F5}" sibTransId="{9AD43AB2-E088-443D-B8DE-CB76B9C12F6E}"/>
    <dgm:cxn modelId="{C344CF45-29EC-46C2-8628-AD4C8412E556}" type="presOf" srcId="{9CB00AFB-8683-41EA-B7AE-009F646BB2DE}" destId="{0682AD3C-4AC5-492D-9E14-94990A867A31}" srcOrd="0" destOrd="0" presId="urn:microsoft.com/office/officeart/2008/layout/LinedList"/>
    <dgm:cxn modelId="{044A4346-0E15-4D3E-BE68-0334FB40D4B8}" type="presOf" srcId="{5F457571-C465-4608-9809-443D979802DB}" destId="{94D7878A-C196-4224-B378-D5EB9D6C579B}" srcOrd="0" destOrd="0" presId="urn:microsoft.com/office/officeart/2008/layout/LinedList"/>
    <dgm:cxn modelId="{1BA55468-13E0-4737-B697-56A8EA782A97}" srcId="{0E4839A6-7DB6-4DAA-ACDE-0F63E10C6EA0}" destId="{F61013B9-B6AE-4DFA-9654-AB92161400A9}" srcOrd="0" destOrd="0" parTransId="{D752D08C-A583-4BCF-BEAA-6762CA3A13EB}" sibTransId="{0C1DF70E-0769-4642-98C0-E89B7000A2A2}"/>
    <dgm:cxn modelId="{2E64BB49-FFD7-4F28-961C-89F7E89ACB4C}" type="presOf" srcId="{E6562D40-5EDB-419C-A70E-BED1D5037A55}" destId="{E2C9669E-76E2-4B39-9D96-8AA6DC025F80}" srcOrd="0" destOrd="0" presId="urn:microsoft.com/office/officeart/2008/layout/LinedList"/>
    <dgm:cxn modelId="{CE1A344B-A858-496F-A55B-449C605EAC5D}" srcId="{0E4839A6-7DB6-4DAA-ACDE-0F63E10C6EA0}" destId="{3177A8CA-E1F6-4FF4-AAF5-412066D77F3C}" srcOrd="3" destOrd="0" parTransId="{4255AD06-603E-4E57-B2C5-DF9A09D39252}" sibTransId="{921E7433-A1F3-41FA-8A79-9268651A7ED8}"/>
    <dgm:cxn modelId="{B88EF253-F0B3-4AB5-9733-4B0DF225B3A4}" type="presOf" srcId="{F61013B9-B6AE-4DFA-9654-AB92161400A9}" destId="{DFFF6D23-D503-480E-A334-825A23960DD9}" srcOrd="0" destOrd="0" presId="urn:microsoft.com/office/officeart/2008/layout/LinedList"/>
    <dgm:cxn modelId="{38C3EE84-278B-4FB7-BC1B-4E6487B37B0E}" srcId="{0E4839A6-7DB6-4DAA-ACDE-0F63E10C6EA0}" destId="{5F457571-C465-4608-9809-443D979802DB}" srcOrd="1" destOrd="0" parTransId="{86F54848-C8AE-4914-A21E-3B8F6B82A337}" sibTransId="{97656E8C-BCD0-4608-946F-4E738F007ED5}"/>
    <dgm:cxn modelId="{2D2FD4A2-8C7F-447A-8621-12201CB1CC62}" srcId="{0E4839A6-7DB6-4DAA-ACDE-0F63E10C6EA0}" destId="{2CF52E5D-0B82-4D8C-8393-057942760C5D}" srcOrd="6" destOrd="0" parTransId="{03F0D8DC-ECF9-4963-BCFE-9A6F00B6F5E6}" sibTransId="{9E760267-0C24-4D18-92C9-B541D896F478}"/>
    <dgm:cxn modelId="{84927BA7-C6FF-4A18-9AEB-88699383980E}" type="presOf" srcId="{3177A8CA-E1F6-4FF4-AAF5-412066D77F3C}" destId="{484533DD-B3C1-4A24-A5AD-F8BEB9513DF3}" srcOrd="0" destOrd="0" presId="urn:microsoft.com/office/officeart/2008/layout/LinedList"/>
    <dgm:cxn modelId="{3161B2C1-0554-4A67-A5BB-237E30794828}" srcId="{0E4839A6-7DB6-4DAA-ACDE-0F63E10C6EA0}" destId="{9CB00AFB-8683-41EA-B7AE-009F646BB2DE}" srcOrd="5" destOrd="0" parTransId="{EEE02E05-8610-45A5-A172-5680F6B7E6F3}" sibTransId="{F287EF7B-6CCE-4EAA-80AB-B5FC41E06EDD}"/>
    <dgm:cxn modelId="{2680A4CA-4698-40A9-ABD0-6BCAB158D6CD}" type="presOf" srcId="{2CF52E5D-0B82-4D8C-8393-057942760C5D}" destId="{AEBFF24F-D2C1-4C4E-9B1B-190E24E45F75}" srcOrd="0" destOrd="0" presId="urn:microsoft.com/office/officeart/2008/layout/LinedList"/>
    <dgm:cxn modelId="{033F62CC-D8AC-40C9-9694-C582C31A5447}" type="presOf" srcId="{03767A68-6874-4B1A-81B6-9994AEE52B4A}" destId="{EFC06E99-A4F1-4D5D-B360-5615232DEFC9}" srcOrd="0" destOrd="0" presId="urn:microsoft.com/office/officeart/2008/layout/LinedList"/>
    <dgm:cxn modelId="{1EDEDDCD-6D4C-49C4-8527-8228CE444005}" type="presOf" srcId="{AB06ED1D-8358-49A5-9BCC-3376260A476A}" destId="{2B3401A6-2B0C-4342-9DE8-8160675E287C}" srcOrd="0" destOrd="0" presId="urn:microsoft.com/office/officeart/2008/layout/LinedList"/>
    <dgm:cxn modelId="{0CF6E5CE-DE55-4AA8-A78E-C26E65515596}" srcId="{0E4839A6-7DB6-4DAA-ACDE-0F63E10C6EA0}" destId="{03767A68-6874-4B1A-81B6-9994AEE52B4A}" srcOrd="7" destOrd="0" parTransId="{6AE3F891-0E7F-4750-8DE2-53CD051073C6}" sibTransId="{DC009EB6-CFF0-4278-BE50-C10FEABCDB34}"/>
    <dgm:cxn modelId="{E29CBCEB-7DFE-4687-8B61-8D04065ADFB5}" type="presOf" srcId="{0E4839A6-7DB6-4DAA-ACDE-0F63E10C6EA0}" destId="{CD056824-767C-4680-9AEC-CA1596F7DB89}" srcOrd="0" destOrd="0" presId="urn:microsoft.com/office/officeart/2008/layout/LinedList"/>
    <dgm:cxn modelId="{DCAFB569-5619-4986-9DA3-BBA0F35E1EFB}" type="presParOf" srcId="{CD056824-767C-4680-9AEC-CA1596F7DB89}" destId="{587ED9D1-85C3-4C32-A42F-378B5134541C}" srcOrd="0" destOrd="0" presId="urn:microsoft.com/office/officeart/2008/layout/LinedList"/>
    <dgm:cxn modelId="{A080D605-8933-4975-8331-EA1EAD11D877}" type="presParOf" srcId="{CD056824-767C-4680-9AEC-CA1596F7DB89}" destId="{9B896295-245B-4E2B-BD30-C5C5A9D0574A}" srcOrd="1" destOrd="0" presId="urn:microsoft.com/office/officeart/2008/layout/LinedList"/>
    <dgm:cxn modelId="{DAC1E8C8-E561-4EFE-8724-F24CFAAA14FE}" type="presParOf" srcId="{9B896295-245B-4E2B-BD30-C5C5A9D0574A}" destId="{DFFF6D23-D503-480E-A334-825A23960DD9}" srcOrd="0" destOrd="0" presId="urn:microsoft.com/office/officeart/2008/layout/LinedList"/>
    <dgm:cxn modelId="{96CA88A8-5B1E-4193-80BB-0272E1FA9E91}" type="presParOf" srcId="{9B896295-245B-4E2B-BD30-C5C5A9D0574A}" destId="{491F3657-22B2-42CB-9ED9-3D775AA27298}" srcOrd="1" destOrd="0" presId="urn:microsoft.com/office/officeart/2008/layout/LinedList"/>
    <dgm:cxn modelId="{8475C779-1287-4983-BF95-E9E87E1ECA70}" type="presParOf" srcId="{CD056824-767C-4680-9AEC-CA1596F7DB89}" destId="{E9BB1CCE-66E3-4A89-87CB-8415B1239283}" srcOrd="2" destOrd="0" presId="urn:microsoft.com/office/officeart/2008/layout/LinedList"/>
    <dgm:cxn modelId="{A46EF577-4FA9-4A2A-8E98-3C0BEEE9AD7A}" type="presParOf" srcId="{CD056824-767C-4680-9AEC-CA1596F7DB89}" destId="{1EB6921E-4497-47BB-8EAF-0A37EDA1C7E8}" srcOrd="3" destOrd="0" presId="urn:microsoft.com/office/officeart/2008/layout/LinedList"/>
    <dgm:cxn modelId="{9C6142E9-E166-419C-B65D-089474BE5402}" type="presParOf" srcId="{1EB6921E-4497-47BB-8EAF-0A37EDA1C7E8}" destId="{94D7878A-C196-4224-B378-D5EB9D6C579B}" srcOrd="0" destOrd="0" presId="urn:microsoft.com/office/officeart/2008/layout/LinedList"/>
    <dgm:cxn modelId="{CB53305C-3E95-4D78-81BB-D6D18E0B729B}" type="presParOf" srcId="{1EB6921E-4497-47BB-8EAF-0A37EDA1C7E8}" destId="{75AE487E-3C04-4B55-9033-5AC3E0D66880}" srcOrd="1" destOrd="0" presId="urn:microsoft.com/office/officeart/2008/layout/LinedList"/>
    <dgm:cxn modelId="{E82525A5-239C-44B9-BBE0-E6D29729DE13}" type="presParOf" srcId="{CD056824-767C-4680-9AEC-CA1596F7DB89}" destId="{978B8629-0397-4F4E-8F68-65B8AB5B9103}" srcOrd="4" destOrd="0" presId="urn:microsoft.com/office/officeart/2008/layout/LinedList"/>
    <dgm:cxn modelId="{01CDD527-EA46-4841-97B2-DAA4324D3432}" type="presParOf" srcId="{CD056824-767C-4680-9AEC-CA1596F7DB89}" destId="{7A913FE7-B414-41D5-8FEF-28A36F8F1752}" srcOrd="5" destOrd="0" presId="urn:microsoft.com/office/officeart/2008/layout/LinedList"/>
    <dgm:cxn modelId="{6FE33DDD-D658-4501-B0C8-2224D46A86E7}" type="presParOf" srcId="{7A913FE7-B414-41D5-8FEF-28A36F8F1752}" destId="{2B3401A6-2B0C-4342-9DE8-8160675E287C}" srcOrd="0" destOrd="0" presId="urn:microsoft.com/office/officeart/2008/layout/LinedList"/>
    <dgm:cxn modelId="{8C557212-DA26-4F81-ABC5-7A7FDBD9F4E4}" type="presParOf" srcId="{7A913FE7-B414-41D5-8FEF-28A36F8F1752}" destId="{0A22ADF9-C38D-4176-A89E-B8FFE427FA68}" srcOrd="1" destOrd="0" presId="urn:microsoft.com/office/officeart/2008/layout/LinedList"/>
    <dgm:cxn modelId="{C32113D0-59C5-4E3B-84E5-182649CCEE04}" type="presParOf" srcId="{CD056824-767C-4680-9AEC-CA1596F7DB89}" destId="{DD013150-B991-4773-BCB3-E4E5F046AF6B}" srcOrd="6" destOrd="0" presId="urn:microsoft.com/office/officeart/2008/layout/LinedList"/>
    <dgm:cxn modelId="{40A9090B-0F5A-44B1-A838-AFA925D6FA17}" type="presParOf" srcId="{CD056824-767C-4680-9AEC-CA1596F7DB89}" destId="{28AA7CE6-570D-40C2-A062-870EB53F87B6}" srcOrd="7" destOrd="0" presId="urn:microsoft.com/office/officeart/2008/layout/LinedList"/>
    <dgm:cxn modelId="{784A5F1A-D8CE-4106-BB13-E9F946D34CDA}" type="presParOf" srcId="{28AA7CE6-570D-40C2-A062-870EB53F87B6}" destId="{484533DD-B3C1-4A24-A5AD-F8BEB9513DF3}" srcOrd="0" destOrd="0" presId="urn:microsoft.com/office/officeart/2008/layout/LinedList"/>
    <dgm:cxn modelId="{F780995C-31B7-4EBB-B6CE-01C0A77708F9}" type="presParOf" srcId="{28AA7CE6-570D-40C2-A062-870EB53F87B6}" destId="{76793F18-2F1A-433E-824C-A2DB0F72815E}" srcOrd="1" destOrd="0" presId="urn:microsoft.com/office/officeart/2008/layout/LinedList"/>
    <dgm:cxn modelId="{5B2DE46A-96FB-4ED9-96E9-44A34EBC35E9}" type="presParOf" srcId="{CD056824-767C-4680-9AEC-CA1596F7DB89}" destId="{843E6B87-1F39-4A3B-84DF-8574D9DCF6B4}" srcOrd="8" destOrd="0" presId="urn:microsoft.com/office/officeart/2008/layout/LinedList"/>
    <dgm:cxn modelId="{14EECBBA-58A9-4C1A-AE82-63C2A20E256D}" type="presParOf" srcId="{CD056824-767C-4680-9AEC-CA1596F7DB89}" destId="{F66A92AE-15AE-4363-BD8C-ECB9F6856E13}" srcOrd="9" destOrd="0" presId="urn:microsoft.com/office/officeart/2008/layout/LinedList"/>
    <dgm:cxn modelId="{131F2A14-6533-4D4E-84D8-E2147E8FAB51}" type="presParOf" srcId="{F66A92AE-15AE-4363-BD8C-ECB9F6856E13}" destId="{E2C9669E-76E2-4B39-9D96-8AA6DC025F80}" srcOrd="0" destOrd="0" presId="urn:microsoft.com/office/officeart/2008/layout/LinedList"/>
    <dgm:cxn modelId="{669EA626-D8DC-4DAA-BA7C-DADFE9C8994C}" type="presParOf" srcId="{F66A92AE-15AE-4363-BD8C-ECB9F6856E13}" destId="{D53249D8-F9E1-4C28-BB31-63474DD98FC4}" srcOrd="1" destOrd="0" presId="urn:microsoft.com/office/officeart/2008/layout/LinedList"/>
    <dgm:cxn modelId="{990081D0-3E35-409D-B695-C932ED048BAA}" type="presParOf" srcId="{CD056824-767C-4680-9AEC-CA1596F7DB89}" destId="{4054DE70-3989-4ADA-9023-1741514CCA34}" srcOrd="10" destOrd="0" presId="urn:microsoft.com/office/officeart/2008/layout/LinedList"/>
    <dgm:cxn modelId="{F8A02CE4-FE3B-44F3-B4B9-86F0BC587087}" type="presParOf" srcId="{CD056824-767C-4680-9AEC-CA1596F7DB89}" destId="{7AF5B126-5313-42A0-BEE8-89195F59D587}" srcOrd="11" destOrd="0" presId="urn:microsoft.com/office/officeart/2008/layout/LinedList"/>
    <dgm:cxn modelId="{388C9C8A-AD52-4B1D-B782-0E311A2E88E9}" type="presParOf" srcId="{7AF5B126-5313-42A0-BEE8-89195F59D587}" destId="{0682AD3C-4AC5-492D-9E14-94990A867A31}" srcOrd="0" destOrd="0" presId="urn:microsoft.com/office/officeart/2008/layout/LinedList"/>
    <dgm:cxn modelId="{4EFA1664-B513-4FBD-A2FB-742A6C13D699}" type="presParOf" srcId="{7AF5B126-5313-42A0-BEE8-89195F59D587}" destId="{D29CF256-E271-4EAC-9F8C-B727EF9D617E}" srcOrd="1" destOrd="0" presId="urn:microsoft.com/office/officeart/2008/layout/LinedList"/>
    <dgm:cxn modelId="{BD2C22DA-C7CE-4FE0-9D74-C7E274654BEF}" type="presParOf" srcId="{CD056824-767C-4680-9AEC-CA1596F7DB89}" destId="{1E114BA7-E86C-46B0-93FB-B4AC59725E1C}" srcOrd="12" destOrd="0" presId="urn:microsoft.com/office/officeart/2008/layout/LinedList"/>
    <dgm:cxn modelId="{E34AB171-4040-4C0C-8E52-BEFDDC8F76EE}" type="presParOf" srcId="{CD056824-767C-4680-9AEC-CA1596F7DB89}" destId="{28C43C89-5B14-46CA-BC5A-BF9B8ED3DEAC}" srcOrd="13" destOrd="0" presId="urn:microsoft.com/office/officeart/2008/layout/LinedList"/>
    <dgm:cxn modelId="{B6A4F94D-E34F-4276-AA52-448FB8960C37}" type="presParOf" srcId="{28C43C89-5B14-46CA-BC5A-BF9B8ED3DEAC}" destId="{AEBFF24F-D2C1-4C4E-9B1B-190E24E45F75}" srcOrd="0" destOrd="0" presId="urn:microsoft.com/office/officeart/2008/layout/LinedList"/>
    <dgm:cxn modelId="{FD317898-B9DE-47B8-B067-6DADBDCC85EA}" type="presParOf" srcId="{28C43C89-5B14-46CA-BC5A-BF9B8ED3DEAC}" destId="{A1A61260-8642-4E28-88A5-C32FCF0C6007}" srcOrd="1" destOrd="0" presId="urn:microsoft.com/office/officeart/2008/layout/LinedList"/>
    <dgm:cxn modelId="{0BD3F006-E338-48D4-B6FE-49FB18D8B45C}" type="presParOf" srcId="{CD056824-767C-4680-9AEC-CA1596F7DB89}" destId="{07C9BC2D-B2A2-4705-AEAD-9DA3AFFE8A21}" srcOrd="14" destOrd="0" presId="urn:microsoft.com/office/officeart/2008/layout/LinedList"/>
    <dgm:cxn modelId="{B8C73497-9A68-4FD2-B3A0-EAD191861123}" type="presParOf" srcId="{CD056824-767C-4680-9AEC-CA1596F7DB89}" destId="{D5B06265-611C-4AB9-AC21-43FB5618C8A5}" srcOrd="15" destOrd="0" presId="urn:microsoft.com/office/officeart/2008/layout/LinedList"/>
    <dgm:cxn modelId="{B58263D6-C7F2-4058-912F-FAE804F0A901}" type="presParOf" srcId="{D5B06265-611C-4AB9-AC21-43FB5618C8A5}" destId="{EFC06E99-A4F1-4D5D-B360-5615232DEFC9}" srcOrd="0" destOrd="0" presId="urn:microsoft.com/office/officeart/2008/layout/LinedList"/>
    <dgm:cxn modelId="{6C79B37A-D919-4280-87D8-71806C233A1A}" type="presParOf" srcId="{D5B06265-611C-4AB9-AC21-43FB5618C8A5}" destId="{9BF68650-22AD-445A-9611-D045990E3F5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8DB8572-171A-47AD-8F17-7AAE845ECB35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0A32EF-F98E-4A27-8D00-42A7458152C8}">
      <dgm:prSet/>
      <dgm:spPr/>
      <dgm:t>
        <a:bodyPr/>
        <a:lstStyle/>
        <a:p>
          <a:r>
            <a:rPr lang="en-NG"/>
            <a:t>XGBoost XGBC – Best</a:t>
          </a:r>
          <a:endParaRPr lang="en-US"/>
        </a:p>
      </dgm:t>
    </dgm:pt>
    <dgm:pt modelId="{0265B540-DD77-45C7-98F7-77D7AAAEEED9}" type="parTrans" cxnId="{AE311756-FA54-4681-BE3A-858A9D6C5117}">
      <dgm:prSet/>
      <dgm:spPr/>
      <dgm:t>
        <a:bodyPr/>
        <a:lstStyle/>
        <a:p>
          <a:endParaRPr lang="en-US"/>
        </a:p>
      </dgm:t>
    </dgm:pt>
    <dgm:pt modelId="{6518B3DE-9667-43A9-BAB9-BA837672D53E}" type="sibTrans" cxnId="{AE311756-FA54-4681-BE3A-858A9D6C5117}">
      <dgm:prSet/>
      <dgm:spPr/>
      <dgm:t>
        <a:bodyPr/>
        <a:lstStyle/>
        <a:p>
          <a:endParaRPr lang="en-US"/>
        </a:p>
      </dgm:t>
    </dgm:pt>
    <dgm:pt modelId="{E68CAB55-2C67-4A61-B7FD-6D6B922FB587}">
      <dgm:prSet/>
      <dgm:spPr/>
      <dgm:t>
        <a:bodyPr/>
        <a:lstStyle/>
        <a:p>
          <a:r>
            <a:rPr lang="en-NG"/>
            <a:t>Random Forest Classifier (RFC) –second best</a:t>
          </a:r>
          <a:endParaRPr lang="en-US"/>
        </a:p>
      </dgm:t>
    </dgm:pt>
    <dgm:pt modelId="{CA700C06-9316-46F9-89FA-DB35CEC9F0EB}" type="parTrans" cxnId="{E19D6233-D012-4A88-A1D2-0D0966B8CDF7}">
      <dgm:prSet/>
      <dgm:spPr/>
      <dgm:t>
        <a:bodyPr/>
        <a:lstStyle/>
        <a:p>
          <a:endParaRPr lang="en-US"/>
        </a:p>
      </dgm:t>
    </dgm:pt>
    <dgm:pt modelId="{A57497F0-CA19-427C-90D9-56FD1049C3BA}" type="sibTrans" cxnId="{E19D6233-D012-4A88-A1D2-0D0966B8CDF7}">
      <dgm:prSet/>
      <dgm:spPr/>
      <dgm:t>
        <a:bodyPr/>
        <a:lstStyle/>
        <a:p>
          <a:endParaRPr lang="en-US"/>
        </a:p>
      </dgm:t>
    </dgm:pt>
    <dgm:pt modelId="{13BCC642-110E-4535-8B5C-B7E8718D55F0}">
      <dgm:prSet/>
      <dgm:spPr/>
      <dgm:t>
        <a:bodyPr/>
        <a:lstStyle/>
        <a:p>
          <a:r>
            <a:rPr lang="en-NG"/>
            <a:t>SVC/GNB –Moderate</a:t>
          </a:r>
          <a:endParaRPr lang="en-US"/>
        </a:p>
      </dgm:t>
    </dgm:pt>
    <dgm:pt modelId="{6FAB5564-94DC-4A03-AFB1-32A79A88BFF1}" type="parTrans" cxnId="{0A5C28C7-4745-48DD-AEB8-6CBAD0D45F78}">
      <dgm:prSet/>
      <dgm:spPr/>
      <dgm:t>
        <a:bodyPr/>
        <a:lstStyle/>
        <a:p>
          <a:endParaRPr lang="en-US"/>
        </a:p>
      </dgm:t>
    </dgm:pt>
    <dgm:pt modelId="{7F07ECD6-7182-4ABF-BA0D-A2B624DDBE61}" type="sibTrans" cxnId="{0A5C28C7-4745-48DD-AEB8-6CBAD0D45F78}">
      <dgm:prSet/>
      <dgm:spPr/>
      <dgm:t>
        <a:bodyPr/>
        <a:lstStyle/>
        <a:p>
          <a:endParaRPr lang="en-US"/>
        </a:p>
      </dgm:t>
    </dgm:pt>
    <dgm:pt modelId="{62F60D12-909B-4CCE-AEA5-D0DEC7BDDE8D}">
      <dgm:prSet/>
      <dgm:spPr/>
      <dgm:t>
        <a:bodyPr/>
        <a:lstStyle/>
        <a:p>
          <a:r>
            <a:rPr lang="en-NG"/>
            <a:t>LR/DTC/SGDC - Lower</a:t>
          </a:r>
          <a:endParaRPr lang="en-US"/>
        </a:p>
      </dgm:t>
    </dgm:pt>
    <dgm:pt modelId="{F2AEF2AA-F3B5-4132-96AB-565A67EA840F}" type="parTrans" cxnId="{8711767D-B081-4F5B-A03B-5D15BA56A58B}">
      <dgm:prSet/>
      <dgm:spPr/>
      <dgm:t>
        <a:bodyPr/>
        <a:lstStyle/>
        <a:p>
          <a:endParaRPr lang="en-US"/>
        </a:p>
      </dgm:t>
    </dgm:pt>
    <dgm:pt modelId="{EABC108D-41A2-4BDA-B1F9-AF93A7382DD6}" type="sibTrans" cxnId="{8711767D-B081-4F5B-A03B-5D15BA56A58B}">
      <dgm:prSet/>
      <dgm:spPr/>
      <dgm:t>
        <a:bodyPr/>
        <a:lstStyle/>
        <a:p>
          <a:endParaRPr lang="en-US"/>
        </a:p>
      </dgm:t>
    </dgm:pt>
    <dgm:pt modelId="{8C46600F-C1B9-4695-ACA6-1FB4D7EC1DBF}" type="pres">
      <dgm:prSet presAssocID="{88DB8572-171A-47AD-8F17-7AAE845ECB35}" presName="outerComposite" presStyleCnt="0">
        <dgm:presLayoutVars>
          <dgm:chMax val="5"/>
          <dgm:dir/>
          <dgm:resizeHandles val="exact"/>
        </dgm:presLayoutVars>
      </dgm:prSet>
      <dgm:spPr/>
    </dgm:pt>
    <dgm:pt modelId="{B5A49B88-CAE4-4CA5-8081-367BF48F3F5F}" type="pres">
      <dgm:prSet presAssocID="{88DB8572-171A-47AD-8F17-7AAE845ECB35}" presName="dummyMaxCanvas" presStyleCnt="0">
        <dgm:presLayoutVars/>
      </dgm:prSet>
      <dgm:spPr/>
    </dgm:pt>
    <dgm:pt modelId="{5F24FC46-E181-4433-8355-4563C7095A8A}" type="pres">
      <dgm:prSet presAssocID="{88DB8572-171A-47AD-8F17-7AAE845ECB35}" presName="FourNodes_1" presStyleLbl="node1" presStyleIdx="0" presStyleCnt="4">
        <dgm:presLayoutVars>
          <dgm:bulletEnabled val="1"/>
        </dgm:presLayoutVars>
      </dgm:prSet>
      <dgm:spPr/>
    </dgm:pt>
    <dgm:pt modelId="{C7DD2816-FFAA-460F-82B3-F826F514ACB6}" type="pres">
      <dgm:prSet presAssocID="{88DB8572-171A-47AD-8F17-7AAE845ECB35}" presName="FourNodes_2" presStyleLbl="node1" presStyleIdx="1" presStyleCnt="4">
        <dgm:presLayoutVars>
          <dgm:bulletEnabled val="1"/>
        </dgm:presLayoutVars>
      </dgm:prSet>
      <dgm:spPr/>
    </dgm:pt>
    <dgm:pt modelId="{4A5CF88F-0F48-485D-97A8-26478549E66D}" type="pres">
      <dgm:prSet presAssocID="{88DB8572-171A-47AD-8F17-7AAE845ECB35}" presName="FourNodes_3" presStyleLbl="node1" presStyleIdx="2" presStyleCnt="4">
        <dgm:presLayoutVars>
          <dgm:bulletEnabled val="1"/>
        </dgm:presLayoutVars>
      </dgm:prSet>
      <dgm:spPr/>
    </dgm:pt>
    <dgm:pt modelId="{EB1A435D-56E6-4847-993C-0EBCD22C377A}" type="pres">
      <dgm:prSet presAssocID="{88DB8572-171A-47AD-8F17-7AAE845ECB35}" presName="FourNodes_4" presStyleLbl="node1" presStyleIdx="3" presStyleCnt="4">
        <dgm:presLayoutVars>
          <dgm:bulletEnabled val="1"/>
        </dgm:presLayoutVars>
      </dgm:prSet>
      <dgm:spPr/>
    </dgm:pt>
    <dgm:pt modelId="{0E87C603-E337-478C-A757-7B7085C89109}" type="pres">
      <dgm:prSet presAssocID="{88DB8572-171A-47AD-8F17-7AAE845ECB35}" presName="FourConn_1-2" presStyleLbl="fgAccFollowNode1" presStyleIdx="0" presStyleCnt="3">
        <dgm:presLayoutVars>
          <dgm:bulletEnabled val="1"/>
        </dgm:presLayoutVars>
      </dgm:prSet>
      <dgm:spPr/>
    </dgm:pt>
    <dgm:pt modelId="{3740870E-546C-4300-9CC0-68B2218179E3}" type="pres">
      <dgm:prSet presAssocID="{88DB8572-171A-47AD-8F17-7AAE845ECB35}" presName="FourConn_2-3" presStyleLbl="fgAccFollowNode1" presStyleIdx="1" presStyleCnt="3">
        <dgm:presLayoutVars>
          <dgm:bulletEnabled val="1"/>
        </dgm:presLayoutVars>
      </dgm:prSet>
      <dgm:spPr/>
    </dgm:pt>
    <dgm:pt modelId="{39A83E83-A344-45A2-B96F-78E5DC0EA3D9}" type="pres">
      <dgm:prSet presAssocID="{88DB8572-171A-47AD-8F17-7AAE845ECB35}" presName="FourConn_3-4" presStyleLbl="fgAccFollowNode1" presStyleIdx="2" presStyleCnt="3">
        <dgm:presLayoutVars>
          <dgm:bulletEnabled val="1"/>
        </dgm:presLayoutVars>
      </dgm:prSet>
      <dgm:spPr/>
    </dgm:pt>
    <dgm:pt modelId="{BE41DC8E-66F3-406C-B91C-264ABE1BD581}" type="pres">
      <dgm:prSet presAssocID="{88DB8572-171A-47AD-8F17-7AAE845ECB35}" presName="FourNodes_1_text" presStyleLbl="node1" presStyleIdx="3" presStyleCnt="4">
        <dgm:presLayoutVars>
          <dgm:bulletEnabled val="1"/>
        </dgm:presLayoutVars>
      </dgm:prSet>
      <dgm:spPr/>
    </dgm:pt>
    <dgm:pt modelId="{5BF4D38F-13CB-4D75-860D-6A80A073E8E1}" type="pres">
      <dgm:prSet presAssocID="{88DB8572-171A-47AD-8F17-7AAE845ECB35}" presName="FourNodes_2_text" presStyleLbl="node1" presStyleIdx="3" presStyleCnt="4">
        <dgm:presLayoutVars>
          <dgm:bulletEnabled val="1"/>
        </dgm:presLayoutVars>
      </dgm:prSet>
      <dgm:spPr/>
    </dgm:pt>
    <dgm:pt modelId="{24A47DA8-2CD1-4F6B-A09A-176464847E6E}" type="pres">
      <dgm:prSet presAssocID="{88DB8572-171A-47AD-8F17-7AAE845ECB35}" presName="FourNodes_3_text" presStyleLbl="node1" presStyleIdx="3" presStyleCnt="4">
        <dgm:presLayoutVars>
          <dgm:bulletEnabled val="1"/>
        </dgm:presLayoutVars>
      </dgm:prSet>
      <dgm:spPr/>
    </dgm:pt>
    <dgm:pt modelId="{62020CA6-265C-4CD4-B2EF-39BACC0289DC}" type="pres">
      <dgm:prSet presAssocID="{88DB8572-171A-47AD-8F17-7AAE845ECB3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7951E02-1BBF-4042-8284-C588D39AA2D7}" type="presOf" srcId="{520A32EF-F98E-4A27-8D00-42A7458152C8}" destId="{5F24FC46-E181-4433-8355-4563C7095A8A}" srcOrd="0" destOrd="0" presId="urn:microsoft.com/office/officeart/2005/8/layout/vProcess5"/>
    <dgm:cxn modelId="{B16B171D-33DE-46FC-AD22-17E8345E7A75}" type="presOf" srcId="{E68CAB55-2C67-4A61-B7FD-6D6B922FB587}" destId="{C7DD2816-FFAA-460F-82B3-F826F514ACB6}" srcOrd="0" destOrd="0" presId="urn:microsoft.com/office/officeart/2005/8/layout/vProcess5"/>
    <dgm:cxn modelId="{E19D6233-D012-4A88-A1D2-0D0966B8CDF7}" srcId="{88DB8572-171A-47AD-8F17-7AAE845ECB35}" destId="{E68CAB55-2C67-4A61-B7FD-6D6B922FB587}" srcOrd="1" destOrd="0" parTransId="{CA700C06-9316-46F9-89FA-DB35CEC9F0EB}" sibTransId="{A57497F0-CA19-427C-90D9-56FD1049C3BA}"/>
    <dgm:cxn modelId="{11A15B3C-E317-4E23-BC4B-526207515262}" type="presOf" srcId="{13BCC642-110E-4535-8B5C-B7E8718D55F0}" destId="{4A5CF88F-0F48-485D-97A8-26478549E66D}" srcOrd="0" destOrd="0" presId="urn:microsoft.com/office/officeart/2005/8/layout/vProcess5"/>
    <dgm:cxn modelId="{D699F35D-286F-4378-8FCC-9D2FB786977F}" type="presOf" srcId="{A57497F0-CA19-427C-90D9-56FD1049C3BA}" destId="{3740870E-546C-4300-9CC0-68B2218179E3}" srcOrd="0" destOrd="0" presId="urn:microsoft.com/office/officeart/2005/8/layout/vProcess5"/>
    <dgm:cxn modelId="{28176442-D89E-46A6-A2CA-34751DDEB287}" type="presOf" srcId="{62F60D12-909B-4CCE-AEA5-D0DEC7BDDE8D}" destId="{EB1A435D-56E6-4847-993C-0EBCD22C377A}" srcOrd="0" destOrd="0" presId="urn:microsoft.com/office/officeart/2005/8/layout/vProcess5"/>
    <dgm:cxn modelId="{CB021167-C247-470C-A34D-356DC9973CC9}" type="presOf" srcId="{62F60D12-909B-4CCE-AEA5-D0DEC7BDDE8D}" destId="{62020CA6-265C-4CD4-B2EF-39BACC0289DC}" srcOrd="1" destOrd="0" presId="urn:microsoft.com/office/officeart/2005/8/layout/vProcess5"/>
    <dgm:cxn modelId="{15119A47-DA0F-4BF1-8641-9E146CC364EA}" type="presOf" srcId="{E68CAB55-2C67-4A61-B7FD-6D6B922FB587}" destId="{5BF4D38F-13CB-4D75-860D-6A80A073E8E1}" srcOrd="1" destOrd="0" presId="urn:microsoft.com/office/officeart/2005/8/layout/vProcess5"/>
    <dgm:cxn modelId="{AE311756-FA54-4681-BE3A-858A9D6C5117}" srcId="{88DB8572-171A-47AD-8F17-7AAE845ECB35}" destId="{520A32EF-F98E-4A27-8D00-42A7458152C8}" srcOrd="0" destOrd="0" parTransId="{0265B540-DD77-45C7-98F7-77D7AAAEEED9}" sibTransId="{6518B3DE-9667-43A9-BAB9-BA837672D53E}"/>
    <dgm:cxn modelId="{8711767D-B081-4F5B-A03B-5D15BA56A58B}" srcId="{88DB8572-171A-47AD-8F17-7AAE845ECB35}" destId="{62F60D12-909B-4CCE-AEA5-D0DEC7BDDE8D}" srcOrd="3" destOrd="0" parTransId="{F2AEF2AA-F3B5-4132-96AB-565A67EA840F}" sibTransId="{EABC108D-41A2-4BDA-B1F9-AF93A7382DD6}"/>
    <dgm:cxn modelId="{84897285-E2D5-4897-82D7-5DC959999F35}" type="presOf" srcId="{520A32EF-F98E-4A27-8D00-42A7458152C8}" destId="{BE41DC8E-66F3-406C-B91C-264ABE1BD581}" srcOrd="1" destOrd="0" presId="urn:microsoft.com/office/officeart/2005/8/layout/vProcess5"/>
    <dgm:cxn modelId="{F851E49A-F497-4475-A8B5-49B04FFEC7AE}" type="presOf" srcId="{6518B3DE-9667-43A9-BAB9-BA837672D53E}" destId="{0E87C603-E337-478C-A757-7B7085C89109}" srcOrd="0" destOrd="0" presId="urn:microsoft.com/office/officeart/2005/8/layout/vProcess5"/>
    <dgm:cxn modelId="{F01851B5-D8D7-45AD-B0C7-22F56835F067}" type="presOf" srcId="{13BCC642-110E-4535-8B5C-B7E8718D55F0}" destId="{24A47DA8-2CD1-4F6B-A09A-176464847E6E}" srcOrd="1" destOrd="0" presId="urn:microsoft.com/office/officeart/2005/8/layout/vProcess5"/>
    <dgm:cxn modelId="{0A5C28C7-4745-48DD-AEB8-6CBAD0D45F78}" srcId="{88DB8572-171A-47AD-8F17-7AAE845ECB35}" destId="{13BCC642-110E-4535-8B5C-B7E8718D55F0}" srcOrd="2" destOrd="0" parTransId="{6FAB5564-94DC-4A03-AFB1-32A79A88BFF1}" sibTransId="{7F07ECD6-7182-4ABF-BA0D-A2B624DDBE61}"/>
    <dgm:cxn modelId="{74686CE7-C57E-4898-939B-F156C1FF67B8}" type="presOf" srcId="{88DB8572-171A-47AD-8F17-7AAE845ECB35}" destId="{8C46600F-C1B9-4695-ACA6-1FB4D7EC1DBF}" srcOrd="0" destOrd="0" presId="urn:microsoft.com/office/officeart/2005/8/layout/vProcess5"/>
    <dgm:cxn modelId="{113078FB-EE40-4692-A9BC-A33CB0E81C97}" type="presOf" srcId="{7F07ECD6-7182-4ABF-BA0D-A2B624DDBE61}" destId="{39A83E83-A344-45A2-B96F-78E5DC0EA3D9}" srcOrd="0" destOrd="0" presId="urn:microsoft.com/office/officeart/2005/8/layout/vProcess5"/>
    <dgm:cxn modelId="{95FEC099-4D5F-47D5-89C1-BE8641CB5584}" type="presParOf" srcId="{8C46600F-C1B9-4695-ACA6-1FB4D7EC1DBF}" destId="{B5A49B88-CAE4-4CA5-8081-367BF48F3F5F}" srcOrd="0" destOrd="0" presId="urn:microsoft.com/office/officeart/2005/8/layout/vProcess5"/>
    <dgm:cxn modelId="{F815D5AC-A7D3-4846-A64C-C2CF85D0D356}" type="presParOf" srcId="{8C46600F-C1B9-4695-ACA6-1FB4D7EC1DBF}" destId="{5F24FC46-E181-4433-8355-4563C7095A8A}" srcOrd="1" destOrd="0" presId="urn:microsoft.com/office/officeart/2005/8/layout/vProcess5"/>
    <dgm:cxn modelId="{2492FB47-D75B-42B5-B3BA-FAE257F7E197}" type="presParOf" srcId="{8C46600F-C1B9-4695-ACA6-1FB4D7EC1DBF}" destId="{C7DD2816-FFAA-460F-82B3-F826F514ACB6}" srcOrd="2" destOrd="0" presId="urn:microsoft.com/office/officeart/2005/8/layout/vProcess5"/>
    <dgm:cxn modelId="{F0DE68A9-3DC8-4192-B2C1-D0B0D2213329}" type="presParOf" srcId="{8C46600F-C1B9-4695-ACA6-1FB4D7EC1DBF}" destId="{4A5CF88F-0F48-485D-97A8-26478549E66D}" srcOrd="3" destOrd="0" presId="urn:microsoft.com/office/officeart/2005/8/layout/vProcess5"/>
    <dgm:cxn modelId="{E56B99DD-8F38-4A9A-97B3-78C49F3BE923}" type="presParOf" srcId="{8C46600F-C1B9-4695-ACA6-1FB4D7EC1DBF}" destId="{EB1A435D-56E6-4847-993C-0EBCD22C377A}" srcOrd="4" destOrd="0" presId="urn:microsoft.com/office/officeart/2005/8/layout/vProcess5"/>
    <dgm:cxn modelId="{8A526439-4A18-431F-991C-031A9BF12E28}" type="presParOf" srcId="{8C46600F-C1B9-4695-ACA6-1FB4D7EC1DBF}" destId="{0E87C603-E337-478C-A757-7B7085C89109}" srcOrd="5" destOrd="0" presId="urn:microsoft.com/office/officeart/2005/8/layout/vProcess5"/>
    <dgm:cxn modelId="{F9C0AEDA-6346-4AC4-BFF0-AC108ACED0D7}" type="presParOf" srcId="{8C46600F-C1B9-4695-ACA6-1FB4D7EC1DBF}" destId="{3740870E-546C-4300-9CC0-68B2218179E3}" srcOrd="6" destOrd="0" presId="urn:microsoft.com/office/officeart/2005/8/layout/vProcess5"/>
    <dgm:cxn modelId="{45F89E4A-9EF5-4D89-AE03-42705A87B496}" type="presParOf" srcId="{8C46600F-C1B9-4695-ACA6-1FB4D7EC1DBF}" destId="{39A83E83-A344-45A2-B96F-78E5DC0EA3D9}" srcOrd="7" destOrd="0" presId="urn:microsoft.com/office/officeart/2005/8/layout/vProcess5"/>
    <dgm:cxn modelId="{0A54825E-52B9-4184-9BE2-98D40FD24867}" type="presParOf" srcId="{8C46600F-C1B9-4695-ACA6-1FB4D7EC1DBF}" destId="{BE41DC8E-66F3-406C-B91C-264ABE1BD581}" srcOrd="8" destOrd="0" presId="urn:microsoft.com/office/officeart/2005/8/layout/vProcess5"/>
    <dgm:cxn modelId="{884C868F-67F1-4E58-ACE1-1EB7C6EC928B}" type="presParOf" srcId="{8C46600F-C1B9-4695-ACA6-1FB4D7EC1DBF}" destId="{5BF4D38F-13CB-4D75-860D-6A80A073E8E1}" srcOrd="9" destOrd="0" presId="urn:microsoft.com/office/officeart/2005/8/layout/vProcess5"/>
    <dgm:cxn modelId="{A16F5EB0-680D-4D3F-B003-DB7CCFEB0F61}" type="presParOf" srcId="{8C46600F-C1B9-4695-ACA6-1FB4D7EC1DBF}" destId="{24A47DA8-2CD1-4F6B-A09A-176464847E6E}" srcOrd="10" destOrd="0" presId="urn:microsoft.com/office/officeart/2005/8/layout/vProcess5"/>
    <dgm:cxn modelId="{B2BDDB92-A1ED-4E4B-B8CB-2AEF13D5F925}" type="presParOf" srcId="{8C46600F-C1B9-4695-ACA6-1FB4D7EC1DBF}" destId="{62020CA6-265C-4CD4-B2EF-39BACC0289D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73E049-1ECF-4B47-8E10-6E23FCE11D45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800" kern="1200"/>
            <a:t>Dataset includes operational delivery data with the following variable:</a:t>
          </a:r>
          <a:endParaRPr lang="en-US" sz="1800" kern="1200"/>
        </a:p>
      </dsp:txBody>
      <dsp:txXfrm>
        <a:off x="582645" y="1178"/>
        <a:ext cx="2174490" cy="1304694"/>
      </dsp:txXfrm>
    </dsp:sp>
    <dsp:sp modelId="{8AE30E49-66B9-4BC1-8CFC-7B6263E482B5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800" kern="1200"/>
            <a:t>City				</a:t>
          </a:r>
          <a:endParaRPr lang="en-US" sz="1800" kern="1200"/>
        </a:p>
      </dsp:txBody>
      <dsp:txXfrm>
        <a:off x="2974584" y="1178"/>
        <a:ext cx="2174490" cy="1304694"/>
      </dsp:txXfrm>
    </dsp:sp>
    <dsp:sp modelId="{6E085131-D950-4F2D-8E2C-BFEDD6776721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</a:t>
          </a:r>
          <a:r>
            <a:rPr lang="en-NG" sz="1800" kern="1200"/>
            <a:t>rder Id</a:t>
          </a:r>
          <a:endParaRPr lang="en-US" sz="1800" kern="1200"/>
        </a:p>
      </dsp:txBody>
      <dsp:txXfrm>
        <a:off x="5366524" y="1178"/>
        <a:ext cx="2174490" cy="1304694"/>
      </dsp:txXfrm>
    </dsp:sp>
    <dsp:sp modelId="{B2E4CECA-2B6F-4F81-8321-865E38F5169B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800" kern="1200"/>
            <a:t>Order date</a:t>
          </a:r>
          <a:endParaRPr lang="en-US" sz="1800" kern="1200"/>
        </a:p>
      </dsp:txBody>
      <dsp:txXfrm>
        <a:off x="7758464" y="1178"/>
        <a:ext cx="2174490" cy="1304694"/>
      </dsp:txXfrm>
    </dsp:sp>
    <dsp:sp modelId="{511776FF-32E5-4F68-B33E-EA78B1AB3E9E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</a:t>
          </a:r>
          <a:r>
            <a:rPr lang="en-NG" sz="1800" kern="1200"/>
            <a:t>tore code</a:t>
          </a:r>
          <a:endParaRPr lang="en-US" sz="1800" kern="1200"/>
        </a:p>
      </dsp:txBody>
      <dsp:txXfrm>
        <a:off x="582645" y="1523321"/>
        <a:ext cx="2174490" cy="1304694"/>
      </dsp:txXfrm>
    </dsp:sp>
    <dsp:sp modelId="{C7407880-3610-4AEB-9DD5-97A4AA34FFDA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</a:t>
          </a:r>
          <a:r>
            <a:rPr lang="en-NG" sz="1800" kern="1200"/>
            <a:t>asket size</a:t>
          </a:r>
          <a:endParaRPr lang="en-US" sz="1800" kern="1200"/>
        </a:p>
      </dsp:txBody>
      <dsp:txXfrm>
        <a:off x="2974584" y="1523321"/>
        <a:ext cx="2174490" cy="1304694"/>
      </dsp:txXfrm>
    </dsp:sp>
    <dsp:sp modelId="{876B0323-A4D3-4552-B880-DD97437222F0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1800" kern="1200"/>
            <a:t>delivery fee</a:t>
          </a:r>
          <a:endParaRPr lang="en-US" sz="1800" kern="1200"/>
        </a:p>
      </dsp:txBody>
      <dsp:txXfrm>
        <a:off x="5366524" y="1523321"/>
        <a:ext cx="2174490" cy="1304694"/>
      </dsp:txXfrm>
    </dsp:sp>
    <dsp:sp modelId="{E314DC0F-AB16-4700-BDDD-68EB3565B06F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</a:t>
          </a:r>
          <a:r>
            <a:rPr lang="en-NG" sz="1800" kern="1200"/>
            <a:t>ost per Order</a:t>
          </a:r>
          <a:endParaRPr lang="en-US" sz="1800" kern="1200"/>
        </a:p>
      </dsp:txBody>
      <dsp:txXfrm>
        <a:off x="7758464" y="1523321"/>
        <a:ext cx="2174490" cy="1304694"/>
      </dsp:txXfrm>
    </dsp:sp>
    <dsp:sp modelId="{DDB052F1-97D7-4146-A39A-E835CAF69078}">
      <dsp:nvSpPr>
        <dsp:cNvPr id="0" name=""/>
        <dsp:cNvSpPr/>
      </dsp:nvSpPr>
      <dsp:spPr>
        <a:xfrm>
          <a:off x="2974584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</a:t>
          </a:r>
          <a:r>
            <a:rPr lang="en-NG" sz="1800" kern="1200"/>
            <a:t>elivery distance</a:t>
          </a:r>
          <a:endParaRPr lang="en-US" sz="1800" kern="1200"/>
        </a:p>
      </dsp:txBody>
      <dsp:txXfrm>
        <a:off x="2974584" y="3045465"/>
        <a:ext cx="2174490" cy="1304694"/>
      </dsp:txXfrm>
    </dsp:sp>
    <dsp:sp modelId="{5AF024BC-3876-40C4-9073-A9A3D569851B}">
      <dsp:nvSpPr>
        <dsp:cNvPr id="0" name=""/>
        <dsp:cNvSpPr/>
      </dsp:nvSpPr>
      <dsp:spPr>
        <a:xfrm>
          <a:off x="5366524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</a:t>
          </a:r>
          <a:r>
            <a:rPr lang="en-NG" sz="1800" kern="1200"/>
            <a:t>ourier waiting time</a:t>
          </a:r>
          <a:endParaRPr lang="en-US" sz="1800" kern="1200"/>
        </a:p>
      </dsp:txBody>
      <dsp:txXfrm>
        <a:off x="5366524" y="3045465"/>
        <a:ext cx="2174490" cy="13046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6BB992-FE50-4652-8DB4-A414145233D3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56102E-D857-4FF8-8D4B-6AD54B009FD8}">
      <dsp:nvSpPr>
        <dsp:cNvPr id="0" name=""/>
        <dsp:cNvSpPr/>
      </dsp:nvSpPr>
      <dsp:spPr>
        <a:xfrm>
          <a:off x="0" y="0"/>
          <a:ext cx="2103120" cy="435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900" kern="1200"/>
            <a:t>The dataset was cleaned using Power BI Query through the following:</a:t>
          </a:r>
          <a:endParaRPr lang="en-US" sz="2900" kern="1200"/>
        </a:p>
      </dsp:txBody>
      <dsp:txXfrm>
        <a:off x="0" y="0"/>
        <a:ext cx="2103120" cy="4351338"/>
      </dsp:txXfrm>
    </dsp:sp>
    <dsp:sp modelId="{93CDB0AC-C88D-49E0-9699-6A9D8D514FC3}">
      <dsp:nvSpPr>
        <dsp:cNvPr id="0" name=""/>
        <dsp:cNvSpPr/>
      </dsp:nvSpPr>
      <dsp:spPr>
        <a:xfrm>
          <a:off x="2260854" y="29373"/>
          <a:ext cx="8254746" cy="58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</a:t>
          </a:r>
          <a:r>
            <a:rPr lang="en-NG" sz="2000" kern="1200"/>
            <a:t>mport the dataset and promoted the first row to header</a:t>
          </a:r>
          <a:endParaRPr lang="en-US" sz="2000" kern="1200"/>
        </a:p>
      </dsp:txBody>
      <dsp:txXfrm>
        <a:off x="2260854" y="29373"/>
        <a:ext cx="8254746" cy="587473"/>
      </dsp:txXfrm>
    </dsp:sp>
    <dsp:sp modelId="{5EEF1BDA-1CA0-46DB-9AE8-AA58E50992AC}">
      <dsp:nvSpPr>
        <dsp:cNvPr id="0" name=""/>
        <dsp:cNvSpPr/>
      </dsp:nvSpPr>
      <dsp:spPr>
        <a:xfrm>
          <a:off x="2103120" y="61684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621EB5-8627-4A45-AE1A-1E156A911BF4}">
      <dsp:nvSpPr>
        <dsp:cNvPr id="0" name=""/>
        <dsp:cNvSpPr/>
      </dsp:nvSpPr>
      <dsp:spPr>
        <a:xfrm>
          <a:off x="2260854" y="646220"/>
          <a:ext cx="8254746" cy="58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000" kern="1200"/>
            <a:t>Delete duplicate courier waiting time (mins) so we have just one column</a:t>
          </a:r>
          <a:endParaRPr lang="en-US" sz="2000" kern="1200"/>
        </a:p>
      </dsp:txBody>
      <dsp:txXfrm>
        <a:off x="2260854" y="646220"/>
        <a:ext cx="8254746" cy="587473"/>
      </dsp:txXfrm>
    </dsp:sp>
    <dsp:sp modelId="{A8ADF2BF-8F66-4202-B918-EEE2371D2B18}">
      <dsp:nvSpPr>
        <dsp:cNvPr id="0" name=""/>
        <dsp:cNvSpPr/>
      </dsp:nvSpPr>
      <dsp:spPr>
        <a:xfrm>
          <a:off x="2103120" y="1233693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A2243E-BCD8-412E-B6DB-7412B77595DD}">
      <dsp:nvSpPr>
        <dsp:cNvPr id="0" name=""/>
        <dsp:cNvSpPr/>
      </dsp:nvSpPr>
      <dsp:spPr>
        <a:xfrm>
          <a:off x="2260854" y="1263067"/>
          <a:ext cx="8254746" cy="58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</a:t>
          </a:r>
          <a:r>
            <a:rPr lang="en-NG" sz="2000" kern="1200"/>
            <a:t>enamed columns for consistencies and easier visualization</a:t>
          </a:r>
          <a:endParaRPr lang="en-US" sz="2000" kern="1200"/>
        </a:p>
      </dsp:txBody>
      <dsp:txXfrm>
        <a:off x="2260854" y="1263067"/>
        <a:ext cx="8254746" cy="587473"/>
      </dsp:txXfrm>
    </dsp:sp>
    <dsp:sp modelId="{15076702-391B-4213-9C39-1A4C01810E05}">
      <dsp:nvSpPr>
        <dsp:cNvPr id="0" name=""/>
        <dsp:cNvSpPr/>
      </dsp:nvSpPr>
      <dsp:spPr>
        <a:xfrm>
          <a:off x="2103120" y="1850540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7B7E59-AC4C-4FEB-B242-760D477649A9}">
      <dsp:nvSpPr>
        <dsp:cNvPr id="0" name=""/>
        <dsp:cNvSpPr/>
      </dsp:nvSpPr>
      <dsp:spPr>
        <a:xfrm>
          <a:off x="2260854" y="1879913"/>
          <a:ext cx="8254746" cy="58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</a:t>
          </a:r>
          <a:r>
            <a:rPr lang="en-NG" sz="2000" kern="1200"/>
            <a:t>onvert column to approp</a:t>
          </a:r>
          <a:r>
            <a:rPr lang="en-US" sz="2000" kern="1200"/>
            <a:t>r</a:t>
          </a:r>
          <a:r>
            <a:rPr lang="en-NG" sz="2000" kern="1200"/>
            <a:t>iate data type</a:t>
          </a:r>
          <a:endParaRPr lang="en-US" sz="2000" kern="1200"/>
        </a:p>
      </dsp:txBody>
      <dsp:txXfrm>
        <a:off x="2260854" y="1879913"/>
        <a:ext cx="8254746" cy="587473"/>
      </dsp:txXfrm>
    </dsp:sp>
    <dsp:sp modelId="{90C21741-A5F7-4387-9CC1-B46C60AFB41D}">
      <dsp:nvSpPr>
        <dsp:cNvPr id="0" name=""/>
        <dsp:cNvSpPr/>
      </dsp:nvSpPr>
      <dsp:spPr>
        <a:xfrm>
          <a:off x="2103120" y="246738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0FFB1-AD81-4CDE-937C-AFAD8036EC54}">
      <dsp:nvSpPr>
        <dsp:cNvPr id="0" name=""/>
        <dsp:cNvSpPr/>
      </dsp:nvSpPr>
      <dsp:spPr>
        <a:xfrm>
          <a:off x="2260854" y="2496760"/>
          <a:ext cx="8254746" cy="58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000" kern="1200"/>
            <a:t>Remove duplicate records based on order</a:t>
          </a:r>
          <a:endParaRPr lang="en-US" sz="2000" kern="1200"/>
        </a:p>
      </dsp:txBody>
      <dsp:txXfrm>
        <a:off x="2260854" y="2496760"/>
        <a:ext cx="8254746" cy="587473"/>
      </dsp:txXfrm>
    </dsp:sp>
    <dsp:sp modelId="{44EC826D-65FC-4B94-9408-49A2983F9D60}">
      <dsp:nvSpPr>
        <dsp:cNvPr id="0" name=""/>
        <dsp:cNvSpPr/>
      </dsp:nvSpPr>
      <dsp:spPr>
        <a:xfrm>
          <a:off x="2103120" y="3084233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536E0-7C0D-496A-B80C-0A4BCC2572A5}">
      <dsp:nvSpPr>
        <dsp:cNvPr id="0" name=""/>
        <dsp:cNvSpPr/>
      </dsp:nvSpPr>
      <dsp:spPr>
        <a:xfrm>
          <a:off x="2260854" y="3113607"/>
          <a:ext cx="8254746" cy="58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</a:t>
          </a:r>
          <a:r>
            <a:rPr lang="en-NG" sz="2000" kern="1200"/>
            <a:t>andle missing values by filtering of replacing null where necessary</a:t>
          </a:r>
          <a:endParaRPr lang="en-US" sz="2000" kern="1200"/>
        </a:p>
      </dsp:txBody>
      <dsp:txXfrm>
        <a:off x="2260854" y="3113607"/>
        <a:ext cx="8254746" cy="587473"/>
      </dsp:txXfrm>
    </dsp:sp>
    <dsp:sp modelId="{F2567148-A536-4E21-9957-1FAB15B007D0}">
      <dsp:nvSpPr>
        <dsp:cNvPr id="0" name=""/>
        <dsp:cNvSpPr/>
      </dsp:nvSpPr>
      <dsp:spPr>
        <a:xfrm>
          <a:off x="2103120" y="3701080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0FCFAF-EE71-410D-AF40-A313BD921F38}">
      <dsp:nvSpPr>
        <dsp:cNvPr id="0" name=""/>
        <dsp:cNvSpPr/>
      </dsp:nvSpPr>
      <dsp:spPr>
        <a:xfrm>
          <a:off x="2260854" y="3730454"/>
          <a:ext cx="8254746" cy="58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</a:t>
          </a:r>
          <a:r>
            <a:rPr lang="en-NG" sz="2000" kern="1200"/>
            <a:t>tandardize city and store names to ensure grouping</a:t>
          </a:r>
          <a:endParaRPr lang="en-US" sz="2000" kern="1200"/>
        </a:p>
      </dsp:txBody>
      <dsp:txXfrm>
        <a:off x="2260854" y="3730454"/>
        <a:ext cx="8254746" cy="587473"/>
      </dsp:txXfrm>
    </dsp:sp>
    <dsp:sp modelId="{65DC5B91-9B71-4A1E-A478-43D878FB163A}">
      <dsp:nvSpPr>
        <dsp:cNvPr id="0" name=""/>
        <dsp:cNvSpPr/>
      </dsp:nvSpPr>
      <dsp:spPr>
        <a:xfrm>
          <a:off x="2103120" y="431792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F85AA-9A6E-4CB2-AE5E-F44B4AD3162D}">
      <dsp:nvSpPr>
        <dsp:cNvPr id="0" name=""/>
        <dsp:cNvSpPr/>
      </dsp:nvSpPr>
      <dsp:spPr>
        <a:xfrm>
          <a:off x="0" y="86359"/>
          <a:ext cx="6666833" cy="2597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3000" kern="1200"/>
            <a:t>We evaluate seven popular machine learning classifiers on our dataset using standard performance metrics; Accuracy, Precicion, Recall, F1 Score and AUC/ROC.</a:t>
          </a:r>
          <a:endParaRPr lang="en-US" sz="3000" kern="1200"/>
        </a:p>
      </dsp:txBody>
      <dsp:txXfrm>
        <a:off x="126795" y="213154"/>
        <a:ext cx="6413243" cy="2343810"/>
      </dsp:txXfrm>
    </dsp:sp>
    <dsp:sp modelId="{0FEE9071-57E2-4F2B-9AFF-E681A54398E7}">
      <dsp:nvSpPr>
        <dsp:cNvPr id="0" name=""/>
        <dsp:cNvSpPr/>
      </dsp:nvSpPr>
      <dsp:spPr>
        <a:xfrm>
          <a:off x="0" y="2770160"/>
          <a:ext cx="6666833" cy="25974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3000" kern="1200" dirty="0"/>
            <a:t>The goal was to find the model that best balance predicting correctly while minimizing missed case(false negative) and false alarms (False positive)</a:t>
          </a:r>
          <a:endParaRPr lang="en-US" sz="3000" kern="1200" dirty="0"/>
        </a:p>
      </dsp:txBody>
      <dsp:txXfrm>
        <a:off x="126795" y="2896955"/>
        <a:ext cx="6413243" cy="23438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ED9D1-85C3-4C32-A42F-378B5134541C}">
      <dsp:nvSpPr>
        <dsp:cNvPr id="0" name=""/>
        <dsp:cNvSpPr/>
      </dsp:nvSpPr>
      <dsp:spPr>
        <a:xfrm>
          <a:off x="0" y="0"/>
          <a:ext cx="71972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F6D23-D503-480E-A334-825A23960DD9}">
      <dsp:nvSpPr>
        <dsp:cNvPr id="0" name=""/>
        <dsp:cNvSpPr/>
      </dsp:nvSpPr>
      <dsp:spPr>
        <a:xfrm>
          <a:off x="0" y="0"/>
          <a:ext cx="7197213" cy="463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 </a:t>
          </a:r>
          <a:r>
            <a:rPr lang="en-NG" sz="2100" b="1" kern="1200" dirty="0"/>
            <a:t>Model</a:t>
          </a:r>
          <a:r>
            <a:rPr lang="en-NG" sz="2100" kern="1200" dirty="0"/>
            <a:t>  </a:t>
          </a:r>
          <a:r>
            <a:rPr lang="en-US" sz="2100" b="1" kern="1200" dirty="0"/>
            <a:t>Accuracy</a:t>
          </a:r>
          <a:r>
            <a:rPr lang="en-US" sz="2100" kern="1200" dirty="0"/>
            <a:t>  </a:t>
          </a:r>
          <a:r>
            <a:rPr lang="en-US" sz="2100" b="1" kern="1200" dirty="0"/>
            <a:t>Precision</a:t>
          </a:r>
          <a:r>
            <a:rPr lang="en-US" sz="2100" kern="1200" dirty="0"/>
            <a:t>  </a:t>
          </a:r>
          <a:r>
            <a:rPr lang="en-US" sz="2100" b="1" kern="1200" dirty="0"/>
            <a:t>F1-</a:t>
          </a:r>
          <a:r>
            <a:rPr lang="en-NG" sz="2100" b="1" kern="1200" dirty="0"/>
            <a:t>Score</a:t>
          </a:r>
          <a:r>
            <a:rPr lang="en-US" sz="2100" b="1" kern="1200" dirty="0"/>
            <a:t>  AUC/ROC  Recall</a:t>
          </a:r>
        </a:p>
      </dsp:txBody>
      <dsp:txXfrm>
        <a:off x="0" y="0"/>
        <a:ext cx="7197213" cy="463152"/>
      </dsp:txXfrm>
    </dsp:sp>
    <dsp:sp modelId="{E9BB1CCE-66E3-4A89-87CB-8415B1239283}">
      <dsp:nvSpPr>
        <dsp:cNvPr id="0" name=""/>
        <dsp:cNvSpPr/>
      </dsp:nvSpPr>
      <dsp:spPr>
        <a:xfrm>
          <a:off x="0" y="463152"/>
          <a:ext cx="719721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D7878A-C196-4224-B378-D5EB9D6C579B}">
      <dsp:nvSpPr>
        <dsp:cNvPr id="0" name=""/>
        <dsp:cNvSpPr/>
      </dsp:nvSpPr>
      <dsp:spPr>
        <a:xfrm>
          <a:off x="0" y="463152"/>
          <a:ext cx="7197213" cy="463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0   SVC      </a:t>
          </a:r>
          <a:r>
            <a:rPr lang="en-NG" sz="2100" kern="1200" dirty="0"/>
            <a:t>      </a:t>
          </a:r>
          <a:r>
            <a:rPr lang="en-US" sz="2100" kern="1200" dirty="0"/>
            <a:t>0.74     </a:t>
          </a:r>
          <a:r>
            <a:rPr lang="en-NG" sz="2100" kern="1200" dirty="0"/>
            <a:t>   </a:t>
          </a:r>
          <a:r>
            <a:rPr lang="en-US" sz="2100" kern="1200" dirty="0"/>
            <a:t>  0.74     </a:t>
          </a:r>
          <a:r>
            <a:rPr lang="en-NG" sz="2100" kern="1200" dirty="0"/>
            <a:t>      </a:t>
          </a:r>
          <a:r>
            <a:rPr lang="en-US" sz="2100" kern="1200" dirty="0"/>
            <a:t> 0.68    </a:t>
          </a:r>
          <a:r>
            <a:rPr lang="en-NG" sz="2100" kern="1200" dirty="0"/>
            <a:t>       </a:t>
          </a:r>
          <a:r>
            <a:rPr lang="en-US" sz="2100" kern="1200" dirty="0"/>
            <a:t> 0.73   </a:t>
          </a:r>
          <a:r>
            <a:rPr lang="en-NG" sz="2100" kern="1200" dirty="0"/>
            <a:t>        </a:t>
          </a:r>
          <a:r>
            <a:rPr lang="en-US" sz="2100" kern="1200" dirty="0"/>
            <a:t> 0.64</a:t>
          </a:r>
        </a:p>
      </dsp:txBody>
      <dsp:txXfrm>
        <a:off x="0" y="463152"/>
        <a:ext cx="7197213" cy="463152"/>
      </dsp:txXfrm>
    </dsp:sp>
    <dsp:sp modelId="{978B8629-0397-4F4E-8F68-65B8AB5B9103}">
      <dsp:nvSpPr>
        <dsp:cNvPr id="0" name=""/>
        <dsp:cNvSpPr/>
      </dsp:nvSpPr>
      <dsp:spPr>
        <a:xfrm>
          <a:off x="0" y="926304"/>
          <a:ext cx="719721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401A6-2B0C-4342-9DE8-8160675E287C}">
      <dsp:nvSpPr>
        <dsp:cNvPr id="0" name=""/>
        <dsp:cNvSpPr/>
      </dsp:nvSpPr>
      <dsp:spPr>
        <a:xfrm>
          <a:off x="0" y="926304"/>
          <a:ext cx="7197213" cy="463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   RFC     </a:t>
          </a:r>
          <a:r>
            <a:rPr lang="en-NG" sz="2100" kern="1200" dirty="0"/>
            <a:t>      </a:t>
          </a:r>
          <a:r>
            <a:rPr lang="en-US" sz="2100" kern="1200" dirty="0"/>
            <a:t> 0.77     </a:t>
          </a:r>
          <a:r>
            <a:rPr lang="en-NG" sz="2100" kern="1200" dirty="0"/>
            <a:t>   </a:t>
          </a:r>
          <a:r>
            <a:rPr lang="en-US" sz="2100" kern="1200" dirty="0"/>
            <a:t>  0.75      </a:t>
          </a:r>
          <a:r>
            <a:rPr lang="en-NG" sz="2100" kern="1200" dirty="0"/>
            <a:t>      </a:t>
          </a:r>
          <a:r>
            <a:rPr lang="en-US" sz="2100" kern="1200" dirty="0"/>
            <a:t>0.75     </a:t>
          </a:r>
          <a:r>
            <a:rPr lang="en-NG" sz="2100" kern="1200" dirty="0"/>
            <a:t>       </a:t>
          </a:r>
          <a:r>
            <a:rPr lang="en-US" sz="2100" kern="1200" dirty="0"/>
            <a:t>0.77    </a:t>
          </a:r>
          <a:r>
            <a:rPr lang="en-NG" sz="2100" kern="1200" dirty="0"/>
            <a:t>       </a:t>
          </a:r>
          <a:r>
            <a:rPr lang="en-US" sz="2100" kern="1200" dirty="0"/>
            <a:t>0.75</a:t>
          </a:r>
        </a:p>
      </dsp:txBody>
      <dsp:txXfrm>
        <a:off x="0" y="926304"/>
        <a:ext cx="7197213" cy="463152"/>
      </dsp:txXfrm>
    </dsp:sp>
    <dsp:sp modelId="{DD013150-B991-4773-BCB3-E4E5F046AF6B}">
      <dsp:nvSpPr>
        <dsp:cNvPr id="0" name=""/>
        <dsp:cNvSpPr/>
      </dsp:nvSpPr>
      <dsp:spPr>
        <a:xfrm>
          <a:off x="0" y="1389456"/>
          <a:ext cx="719721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533DD-B3C1-4A24-A5AD-F8BEB9513DF3}">
      <dsp:nvSpPr>
        <dsp:cNvPr id="0" name=""/>
        <dsp:cNvSpPr/>
      </dsp:nvSpPr>
      <dsp:spPr>
        <a:xfrm>
          <a:off x="0" y="1389456"/>
          <a:ext cx="7197213" cy="463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2    LR      </a:t>
          </a:r>
          <a:r>
            <a:rPr lang="en-NG" sz="2100" kern="1200" dirty="0"/>
            <a:t>       </a:t>
          </a:r>
          <a:r>
            <a:rPr lang="en-US" sz="2100" kern="1200" dirty="0"/>
            <a:t>0.72   </a:t>
          </a:r>
          <a:r>
            <a:rPr lang="en-NG" sz="2100" kern="1200" dirty="0"/>
            <a:t>    </a:t>
          </a:r>
          <a:r>
            <a:rPr lang="en-US" sz="2100" kern="1200" dirty="0"/>
            <a:t>    0.70     </a:t>
          </a:r>
          <a:r>
            <a:rPr lang="en-NG" sz="2100" kern="1200" dirty="0"/>
            <a:t>       </a:t>
          </a:r>
          <a:r>
            <a:rPr lang="en-US" sz="2100" kern="1200" dirty="0"/>
            <a:t> 0.68    </a:t>
          </a:r>
          <a:r>
            <a:rPr lang="en-NG" sz="2100" kern="1200" dirty="0"/>
            <a:t>      </a:t>
          </a:r>
          <a:r>
            <a:rPr lang="en-US" sz="2100" kern="1200" dirty="0"/>
            <a:t> 0.72    </a:t>
          </a:r>
          <a:r>
            <a:rPr lang="en-NG" sz="2100" kern="1200" dirty="0"/>
            <a:t>        </a:t>
          </a:r>
          <a:r>
            <a:rPr lang="en-US" sz="2100" kern="1200" dirty="0"/>
            <a:t>0.66</a:t>
          </a:r>
        </a:p>
      </dsp:txBody>
      <dsp:txXfrm>
        <a:off x="0" y="1389456"/>
        <a:ext cx="7197213" cy="463152"/>
      </dsp:txXfrm>
    </dsp:sp>
    <dsp:sp modelId="{843E6B87-1F39-4A3B-84DF-8574D9DCF6B4}">
      <dsp:nvSpPr>
        <dsp:cNvPr id="0" name=""/>
        <dsp:cNvSpPr/>
      </dsp:nvSpPr>
      <dsp:spPr>
        <a:xfrm>
          <a:off x="0" y="1852608"/>
          <a:ext cx="719721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9669E-76E2-4B39-9D96-8AA6DC025F80}">
      <dsp:nvSpPr>
        <dsp:cNvPr id="0" name=""/>
        <dsp:cNvSpPr/>
      </dsp:nvSpPr>
      <dsp:spPr>
        <a:xfrm>
          <a:off x="0" y="1852608"/>
          <a:ext cx="7197213" cy="463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3  XGBC    </a:t>
          </a:r>
          <a:r>
            <a:rPr lang="en-NG" sz="2100" kern="1200" dirty="0"/>
            <a:t>   </a:t>
          </a:r>
          <a:r>
            <a:rPr lang="en-US" sz="2100" kern="1200" dirty="0"/>
            <a:t>  0.79   </a:t>
          </a:r>
          <a:r>
            <a:rPr lang="en-NG" sz="2100" kern="1200" dirty="0"/>
            <a:t>   </a:t>
          </a:r>
          <a:r>
            <a:rPr lang="en-US" sz="2100" kern="1200" dirty="0"/>
            <a:t>    0.76     </a:t>
          </a:r>
          <a:r>
            <a:rPr lang="en-NG" sz="2100" kern="1200" dirty="0"/>
            <a:t>      </a:t>
          </a:r>
          <a:r>
            <a:rPr lang="en-US" sz="2100" kern="1200" dirty="0"/>
            <a:t> 0.77    </a:t>
          </a:r>
          <a:r>
            <a:rPr lang="en-NG" sz="2100" kern="1200" dirty="0"/>
            <a:t>      </a:t>
          </a:r>
          <a:r>
            <a:rPr lang="en-US" sz="2100" kern="1200" dirty="0"/>
            <a:t> </a:t>
          </a:r>
          <a:r>
            <a:rPr lang="en-NG" sz="2100" kern="1200" dirty="0"/>
            <a:t> </a:t>
          </a:r>
          <a:r>
            <a:rPr lang="en-US" sz="2100" kern="1200" dirty="0"/>
            <a:t>0.79   </a:t>
          </a:r>
          <a:r>
            <a:rPr lang="en-NG" sz="2100" kern="1200" dirty="0"/>
            <a:t>      </a:t>
          </a:r>
          <a:r>
            <a:rPr lang="en-US" sz="2100" kern="1200" dirty="0"/>
            <a:t> </a:t>
          </a:r>
          <a:r>
            <a:rPr lang="en-NG" sz="2100" kern="1200" dirty="0"/>
            <a:t>  </a:t>
          </a:r>
          <a:r>
            <a:rPr lang="en-US" sz="2100" kern="1200" dirty="0"/>
            <a:t>0.78</a:t>
          </a:r>
        </a:p>
      </dsp:txBody>
      <dsp:txXfrm>
        <a:off x="0" y="1852608"/>
        <a:ext cx="7197213" cy="463152"/>
      </dsp:txXfrm>
    </dsp:sp>
    <dsp:sp modelId="{4054DE70-3989-4ADA-9023-1741514CCA34}">
      <dsp:nvSpPr>
        <dsp:cNvPr id="0" name=""/>
        <dsp:cNvSpPr/>
      </dsp:nvSpPr>
      <dsp:spPr>
        <a:xfrm>
          <a:off x="0" y="2315760"/>
          <a:ext cx="719721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82AD3C-4AC5-492D-9E14-94990A867A31}">
      <dsp:nvSpPr>
        <dsp:cNvPr id="0" name=""/>
        <dsp:cNvSpPr/>
      </dsp:nvSpPr>
      <dsp:spPr>
        <a:xfrm>
          <a:off x="0" y="2315760"/>
          <a:ext cx="7197213" cy="463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4  SGDC    </a:t>
          </a:r>
          <a:r>
            <a:rPr lang="en-NG" sz="2100" kern="1200" dirty="0"/>
            <a:t>   </a:t>
          </a:r>
          <a:r>
            <a:rPr lang="en-US" sz="2100" kern="1200" dirty="0"/>
            <a:t>  0.74    </a:t>
          </a:r>
          <a:r>
            <a:rPr lang="en-NG" sz="2100" kern="1200" dirty="0"/>
            <a:t>  </a:t>
          </a:r>
          <a:r>
            <a:rPr lang="en-US" sz="2100" kern="1200" dirty="0"/>
            <a:t>   0.78      </a:t>
          </a:r>
          <a:r>
            <a:rPr lang="en-NG" sz="2100" kern="1200" dirty="0"/>
            <a:t>       </a:t>
          </a:r>
          <a:r>
            <a:rPr lang="en-US" sz="2100" kern="1200" dirty="0"/>
            <a:t>0.66    </a:t>
          </a:r>
          <a:r>
            <a:rPr lang="en-NG" sz="2100" kern="1200" dirty="0"/>
            <a:t>      </a:t>
          </a:r>
          <a:r>
            <a:rPr lang="en-US" sz="2100" kern="1200" dirty="0"/>
            <a:t> 0.72    </a:t>
          </a:r>
          <a:r>
            <a:rPr lang="en-NG" sz="2100" kern="1200" dirty="0"/>
            <a:t>        </a:t>
          </a:r>
          <a:r>
            <a:rPr lang="en-US" sz="2100" kern="1200" dirty="0"/>
            <a:t>0.58</a:t>
          </a:r>
        </a:p>
      </dsp:txBody>
      <dsp:txXfrm>
        <a:off x="0" y="2315760"/>
        <a:ext cx="7197213" cy="463152"/>
      </dsp:txXfrm>
    </dsp:sp>
    <dsp:sp modelId="{1E114BA7-E86C-46B0-93FB-B4AC59725E1C}">
      <dsp:nvSpPr>
        <dsp:cNvPr id="0" name=""/>
        <dsp:cNvSpPr/>
      </dsp:nvSpPr>
      <dsp:spPr>
        <a:xfrm>
          <a:off x="0" y="2778912"/>
          <a:ext cx="719721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BFF24F-D2C1-4C4E-9B1B-190E24E45F75}">
      <dsp:nvSpPr>
        <dsp:cNvPr id="0" name=""/>
        <dsp:cNvSpPr/>
      </dsp:nvSpPr>
      <dsp:spPr>
        <a:xfrm>
          <a:off x="0" y="2778912"/>
          <a:ext cx="7197213" cy="463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5   GNB      </a:t>
          </a:r>
          <a:r>
            <a:rPr lang="en-NG" sz="2100" kern="1200" dirty="0"/>
            <a:t>    </a:t>
          </a:r>
          <a:r>
            <a:rPr lang="en-US" sz="2100" kern="1200" dirty="0"/>
            <a:t>0.74     </a:t>
          </a:r>
          <a:r>
            <a:rPr lang="en-NG" sz="2100" kern="1200" dirty="0"/>
            <a:t>   </a:t>
          </a:r>
          <a:r>
            <a:rPr lang="en-US" sz="2100" kern="1200" dirty="0"/>
            <a:t>  0.77      </a:t>
          </a:r>
          <a:r>
            <a:rPr lang="en-NG" sz="2100" kern="1200" dirty="0"/>
            <a:t>        </a:t>
          </a:r>
          <a:r>
            <a:rPr lang="en-US" sz="2100" kern="1200" dirty="0"/>
            <a:t>0.67    </a:t>
          </a:r>
          <a:r>
            <a:rPr lang="en-NG" sz="2100" kern="1200" dirty="0"/>
            <a:t>     </a:t>
          </a:r>
          <a:r>
            <a:rPr lang="en-US" sz="2100" kern="1200" dirty="0"/>
            <a:t> 0.72    </a:t>
          </a:r>
          <a:r>
            <a:rPr lang="en-NG" sz="2100" kern="1200" dirty="0"/>
            <a:t>        </a:t>
          </a:r>
          <a:r>
            <a:rPr lang="en-US" sz="2100" kern="1200" dirty="0"/>
            <a:t>0.59</a:t>
          </a:r>
        </a:p>
      </dsp:txBody>
      <dsp:txXfrm>
        <a:off x="0" y="2778912"/>
        <a:ext cx="7197213" cy="463152"/>
      </dsp:txXfrm>
    </dsp:sp>
    <dsp:sp modelId="{07C9BC2D-B2A2-4705-AEAD-9DA3AFFE8A21}">
      <dsp:nvSpPr>
        <dsp:cNvPr id="0" name=""/>
        <dsp:cNvSpPr/>
      </dsp:nvSpPr>
      <dsp:spPr>
        <a:xfrm>
          <a:off x="0" y="3242064"/>
          <a:ext cx="719721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06E99-A4F1-4D5D-B360-5615232DEFC9}">
      <dsp:nvSpPr>
        <dsp:cNvPr id="0" name=""/>
        <dsp:cNvSpPr/>
      </dsp:nvSpPr>
      <dsp:spPr>
        <a:xfrm>
          <a:off x="0" y="3242064"/>
          <a:ext cx="7197213" cy="463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6   DTC     </a:t>
          </a:r>
          <a:r>
            <a:rPr lang="en-NG" sz="2100" kern="1200" dirty="0"/>
            <a:t>   </a:t>
          </a:r>
          <a:r>
            <a:rPr lang="en-US" sz="2100" kern="1200" dirty="0"/>
            <a:t> 0.72      </a:t>
          </a:r>
          <a:r>
            <a:rPr lang="en-NG" sz="2100" kern="1200" dirty="0"/>
            <a:t>     </a:t>
          </a:r>
          <a:r>
            <a:rPr lang="en-US" sz="2100" kern="1200" dirty="0"/>
            <a:t> 0.68     </a:t>
          </a:r>
          <a:r>
            <a:rPr lang="en-NG" sz="2100" kern="1200" dirty="0"/>
            <a:t>        </a:t>
          </a:r>
          <a:r>
            <a:rPr lang="en-US" sz="2100" kern="1200" dirty="0"/>
            <a:t> 0.70    </a:t>
          </a:r>
          <a:r>
            <a:rPr lang="en-NG" sz="2100" kern="1200" dirty="0"/>
            <a:t>     </a:t>
          </a:r>
          <a:r>
            <a:rPr lang="en-US" sz="2100" kern="1200" dirty="0"/>
            <a:t> 0.72    </a:t>
          </a:r>
          <a:r>
            <a:rPr lang="en-NG" sz="2100" kern="1200" dirty="0"/>
            <a:t>        </a:t>
          </a:r>
          <a:r>
            <a:rPr lang="en-US" sz="2100" kern="1200" dirty="0"/>
            <a:t>0.72</a:t>
          </a:r>
        </a:p>
      </dsp:txBody>
      <dsp:txXfrm>
        <a:off x="0" y="3242064"/>
        <a:ext cx="7197213" cy="4631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4FC46-E181-4433-8355-4563C7095A8A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900" kern="1200"/>
            <a:t>XGBoost XGBC – Best</a:t>
          </a:r>
          <a:endParaRPr lang="en-US" sz="2900" kern="1200"/>
        </a:p>
      </dsp:txBody>
      <dsp:txXfrm>
        <a:off x="23773" y="23773"/>
        <a:ext cx="7797822" cy="764123"/>
      </dsp:txXfrm>
    </dsp:sp>
    <dsp:sp modelId="{C7DD2816-FFAA-460F-82B3-F826F514ACB6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900" kern="1200"/>
            <a:t>Random Forest Classifier (RFC) –second best</a:t>
          </a:r>
          <a:endParaRPr lang="en-US" sz="2900" kern="1200"/>
        </a:p>
      </dsp:txBody>
      <dsp:txXfrm>
        <a:off x="755937" y="983018"/>
        <a:ext cx="7434967" cy="764123"/>
      </dsp:txXfrm>
    </dsp:sp>
    <dsp:sp modelId="{4A5CF88F-0F48-485D-97A8-26478549E66D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900" kern="1200"/>
            <a:t>SVC/GNB –Moderate</a:t>
          </a:r>
          <a:endParaRPr lang="en-US" sz="2900" kern="1200"/>
        </a:p>
      </dsp:txBody>
      <dsp:txXfrm>
        <a:off x="1477174" y="1942263"/>
        <a:ext cx="7445895" cy="764123"/>
      </dsp:txXfrm>
    </dsp:sp>
    <dsp:sp modelId="{EB1A435D-56E6-4847-993C-0EBCD22C377A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900" kern="1200"/>
            <a:t>LR/DTC/SGDC - Lower</a:t>
          </a:r>
          <a:endParaRPr lang="en-US" sz="2900" kern="1200"/>
        </a:p>
      </dsp:txBody>
      <dsp:txXfrm>
        <a:off x="2209338" y="2901508"/>
        <a:ext cx="7434967" cy="764123"/>
      </dsp:txXfrm>
    </dsp:sp>
    <dsp:sp modelId="{0E87C603-E337-478C-A757-7B7085C89109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33384" y="621664"/>
        <a:ext cx="290172" cy="397007"/>
      </dsp:txXfrm>
    </dsp:sp>
    <dsp:sp modelId="{3740870E-546C-4300-9CC0-68B2218179E3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065548" y="1580910"/>
        <a:ext cx="290172" cy="397007"/>
      </dsp:txXfrm>
    </dsp:sp>
    <dsp:sp modelId="{39A83E83-A344-45A2-B96F-78E5DC0EA3D9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86785" y="2540155"/>
        <a:ext cx="290172" cy="397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7T11:58:31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0 695 24575,'12'-1'0,"-1"0"0,1 2 0,0-1 0,-1 1 0,1 1 0,-1 0 0,1 0 0,-1 2 0,0-1 0,0 1 0,0 1 0,-1 0 0,1 0 0,-1 1 0,9 7 0,19 19 0,-31-24 0,0-1 0,0-1 0,1 0 0,0 0 0,0 0 0,0-1 0,1 0 0,0-1 0,10 4 0,-17-8 0,0 1 0,0-2 0,1 1 0,-1 0 0,0 0 0,1-1 0,-1 1 0,0-1 0,0 1 0,1-1 0,-1 0 0,0 0 0,0 0 0,0 0 0,0-1 0,0 1 0,-1-1 0,1 1 0,0-1 0,1-1 0,33-43 0,-24 29 0,3 1 0,1 1 0,0 0 0,1 1 0,31-19 0,-9 5 0,-21 15 0,2-1 0,-1 0 0,0-1 0,-1-1 0,-1-1 0,-1 0 0,17-23 0,72-95 0,-36 50 0,-22 29 0,73-67 0,-74 79 0,-39 38-227,-1 0-1,1 1 1,-1 0-1,1 1 1,11-6-1,8-2-6598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25731-7B05-5F7D-8829-27B4AE9DE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1D63B-D7D1-9941-E60D-9648A1617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1C051-D607-4A9A-1C42-3A1C9F7F9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FF385-7190-4AFC-ABF4-34A680038E3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67B95-7DCF-1517-9AAD-FB4D37AF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F1794-B5B2-0940-9417-CFBD69B0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34FD-F3D4-407F-871B-06E254ADD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2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4A8FC-560B-48F8-37BE-FFF0269F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40301-0181-0ED6-F393-B1B91DB9B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FCA4C-D912-C3D3-103D-BA2FA792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FF385-7190-4AFC-ABF4-34A680038E3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B5998-4FE3-30CF-A1D7-495479B2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898E1-C83B-5C6B-7D96-1B9C4CFB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34FD-F3D4-407F-871B-06E254ADD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03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82694-2871-6BB3-B6ED-EAB65B1C4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9C441-FBBC-887B-C064-62B43D3AB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70DDD-F0C9-9495-43D9-A24FA6E1A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FF385-7190-4AFC-ABF4-34A680038E3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FFF9F-40DD-955F-6D06-3CBCA969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2A238-DEF3-6CA1-C368-B6CE5DA2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34FD-F3D4-407F-871B-06E254ADD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84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A67B-F62C-116B-6ADF-91C28D17E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008E-2237-0D10-07DA-CAE01006F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44FBA-914C-8239-C091-144DBA04E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35263-C16A-1147-E95A-F25B889C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FF385-7190-4AFC-ABF4-34A680038E3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2F9BB-84CD-7A63-3F57-30FD5CE4F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0D667-B4A6-7368-DD4D-C5162166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34FD-F3D4-407F-871B-06E254ADD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0B86A-7F0E-5BED-5374-25BA64590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0400B-2650-FC51-23E8-0DEF14983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746A9-7F6A-EB3E-5E59-D02EB5BA9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96D3E-ED3B-7622-4A27-69A56F236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7898A4-2A6A-07CE-EE28-06523380FB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508751-B322-64FB-5ADA-31BDB03BF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FF385-7190-4AFC-ABF4-34A680038E3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5BCA42-F42F-EF66-EBFB-C9AA2321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14DE01-5A93-66AC-1743-F6459DB8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34FD-F3D4-407F-871B-06E254ADD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02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E9A74-5E3B-1EF8-1BB2-8E4273279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3F20C9-1DB2-D992-8EEF-7DED0304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FF385-7190-4AFC-ABF4-34A680038E3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526D97-A70A-ED0C-B4C0-72A7A02C5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950D0-74BC-3E29-D83E-13DC936F8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34FD-F3D4-407F-871B-06E254ADD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39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01DF47-8E91-72CD-7341-101E812C2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FF385-7190-4AFC-ABF4-34A680038E3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D57F5F-0CF5-C310-BAB6-EAB31F36B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06AAD-551B-F4BD-7BF6-C24E013C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34FD-F3D4-407F-871B-06E254ADD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75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35C2F-597F-D297-589A-FBDF2ED79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9D518-689A-87DE-0A49-3FDCDD4F7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AADC-CA33-2603-CAC0-3EE1B6534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82290-F9F0-4785-C709-8D5B34857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FF385-7190-4AFC-ABF4-34A680038E3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90761-53D9-98C6-548A-70E68DA5B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287A2-5EBC-52D2-EFE1-E4BE4F453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34FD-F3D4-407F-871B-06E254ADD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3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3434-2994-E569-3355-468B4E4DF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9D653-AFD8-5CA0-3674-A9FF22B054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420679-7EA5-7FFF-4627-9BE3B78D5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5F881-DD5F-E0F1-A6D9-23C519B7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FF385-7190-4AFC-ABF4-34A680038E3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9DDBF-BE4A-FF48-0C16-1CA9C8546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03A1E-6F2F-E7A0-5651-66E3A267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34FD-F3D4-407F-871B-06E254ADD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4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AA28-A4A4-F792-6995-7A1CA997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EBC0B-20E1-EAE9-2CAA-28F9E0164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8DC9D-DD9A-26F7-7F0E-DBB51119B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FF385-7190-4AFC-ABF4-34A680038E3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E3F46-5B08-299F-1764-A3A9A4E66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A1973-8B5F-9797-C349-C0998C1F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34FD-F3D4-407F-871B-06E254ADD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54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4AC-CFB8-9973-B803-54FDD6BF6F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7F8D1-819A-4754-4DE6-5D3ADDBF2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689DB-E138-69EB-8085-E15B868B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FF385-7190-4AFC-ABF4-34A680038E3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7FE35-80C3-2F0E-0839-71509CE05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CC7FD-3EAB-9372-FAFA-7C8268F34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B34FD-F3D4-407F-871B-06E254ADD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80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B2801-EDF9-1353-07DA-481C67D3B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71E75-629B-8EA2-F177-5C9F844FD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52238-3F7D-7254-3B4E-1EB0C355FB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FF385-7190-4AFC-ABF4-34A680038E3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8DFED-1D30-6168-9506-DA2EB9C95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52CDC-11D0-3CCB-48D7-0706623AD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B34FD-F3D4-407F-871B-06E254ADD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6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Sample being pipetted into a petri dish">
            <a:extLst>
              <a:ext uri="{FF2B5EF4-FFF2-40B4-BE49-F238E27FC236}">
                <a16:creationId xmlns:a16="http://schemas.microsoft.com/office/drawing/2014/main" id="{84A0D9E2-6FAC-173D-6EBF-CE0EA217A9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4601" b="14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9789CD-BCE3-577B-1C40-4A48B1721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>
                <a:ln w="22225">
                  <a:solidFill>
                    <a:srgbClr val="FFFFFF"/>
                  </a:solidFill>
                </a:ln>
                <a:noFill/>
              </a:rPr>
              <a:t>DELIVERY OPERATION ANALYSIS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5FD0774A-1FD0-7E53-680F-58B6613B9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4641" y="1065862"/>
            <a:ext cx="3860002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Client: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FFFF"/>
                </a:solidFill>
              </a:rPr>
              <a:t>Sabores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Ibericos</a:t>
            </a:r>
            <a:r>
              <a:rPr lang="en-US" dirty="0">
                <a:solidFill>
                  <a:srgbClr val="FFFFFF"/>
                </a:solidFill>
              </a:rPr>
              <a:t> Multinational Food Chain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Prepared by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Group B </a:t>
            </a:r>
            <a:r>
              <a:rPr lang="en-US" dirty="0" err="1">
                <a:solidFill>
                  <a:srgbClr val="FFFFFF"/>
                </a:solidFill>
              </a:rPr>
              <a:t>Nebiant</a:t>
            </a:r>
            <a:r>
              <a:rPr lang="en-US" dirty="0">
                <a:solidFill>
                  <a:srgbClr val="FFFFFF"/>
                </a:solidFill>
              </a:rPr>
              <a:t> Interns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9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99231E-2E7C-4FC8-79BD-969A1F4BD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7C30D8AD-A271-838F-1CB7-D1DA9070E8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-446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319C63-C2C4-683D-91B8-7AC619C8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>
            <a:normAutofit/>
          </a:bodyPr>
          <a:lstStyle/>
          <a:p>
            <a:pPr algn="r"/>
            <a:r>
              <a:rPr lang="en-NG" sz="6800">
                <a:ln w="22225">
                  <a:solidFill>
                    <a:srgbClr val="FFFFFF"/>
                  </a:solidFill>
                </a:ln>
                <a:noFill/>
              </a:rPr>
              <a:t>PRESENTATION STRUCTURE</a:t>
            </a:r>
            <a:endParaRPr lang="en-US" sz="6800">
              <a:ln w="22225">
                <a:solidFill>
                  <a:srgbClr val="FFFFFF"/>
                </a:solidFill>
              </a:ln>
              <a:noFill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9F200-1D41-F8D6-ED50-FDE0EE28C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41" y="251460"/>
            <a:ext cx="3860002" cy="6400800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NG" sz="2000" dirty="0">
                <a:solidFill>
                  <a:srgbClr val="FFFFFF"/>
                </a:solidFill>
              </a:rPr>
              <a:t>Slide 1 – Project Topic</a:t>
            </a:r>
          </a:p>
          <a:p>
            <a:pPr marL="0" indent="0">
              <a:buNone/>
            </a:pPr>
            <a:r>
              <a:rPr lang="en-NG" sz="2000" dirty="0">
                <a:solidFill>
                  <a:srgbClr val="FFFFFF"/>
                </a:solidFill>
              </a:rPr>
              <a:t>Slide 2 – Presentation structure</a:t>
            </a:r>
          </a:p>
          <a:p>
            <a:pPr marL="0" indent="0">
              <a:buNone/>
            </a:pPr>
            <a:r>
              <a:rPr lang="en-NG" sz="2000" dirty="0">
                <a:solidFill>
                  <a:srgbClr val="FFFFFF"/>
                </a:solidFill>
              </a:rPr>
              <a:t>Slide 3 Business Problem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S</a:t>
            </a:r>
            <a:r>
              <a:rPr lang="en-NG" sz="2000" dirty="0" err="1">
                <a:solidFill>
                  <a:srgbClr val="FFFFFF"/>
                </a:solidFill>
              </a:rPr>
              <a:t>lide</a:t>
            </a:r>
            <a:r>
              <a:rPr lang="en-NG" sz="2000" dirty="0">
                <a:solidFill>
                  <a:srgbClr val="FFFFFF"/>
                </a:solidFill>
              </a:rPr>
              <a:t> 4 – Dataset Overview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S</a:t>
            </a:r>
            <a:r>
              <a:rPr lang="en-NG" sz="2000" dirty="0" err="1">
                <a:solidFill>
                  <a:srgbClr val="FFFFFF"/>
                </a:solidFill>
              </a:rPr>
              <a:t>lide</a:t>
            </a:r>
            <a:r>
              <a:rPr lang="en-NG" sz="2000" dirty="0">
                <a:solidFill>
                  <a:srgbClr val="FFFFFF"/>
                </a:solidFill>
              </a:rPr>
              <a:t> 5 – Data cleaning Process</a:t>
            </a:r>
          </a:p>
          <a:p>
            <a:pPr marL="0" indent="0">
              <a:buNone/>
            </a:pPr>
            <a:r>
              <a:rPr lang="en-NG" sz="2000" dirty="0">
                <a:solidFill>
                  <a:srgbClr val="FFFFFF"/>
                </a:solidFill>
              </a:rPr>
              <a:t>Slide 6 –  Project Objective</a:t>
            </a:r>
          </a:p>
          <a:p>
            <a:pPr marL="0" indent="0">
              <a:buNone/>
            </a:pPr>
            <a:r>
              <a:rPr lang="en-NG" sz="2000" dirty="0">
                <a:solidFill>
                  <a:srgbClr val="FFFFFF"/>
                </a:solidFill>
              </a:rPr>
              <a:t>Slide 7 - City by Cost Analysis</a:t>
            </a:r>
          </a:p>
          <a:p>
            <a:pPr marL="0" indent="0">
              <a:buNone/>
            </a:pPr>
            <a:r>
              <a:rPr lang="en-NG" sz="2000" dirty="0">
                <a:solidFill>
                  <a:srgbClr val="FFFFFF"/>
                </a:solidFill>
              </a:rPr>
              <a:t>Slide 8 – Store by  CWT Analysis</a:t>
            </a:r>
          </a:p>
          <a:p>
            <a:pPr marL="0" indent="0">
              <a:buNone/>
            </a:pPr>
            <a:r>
              <a:rPr lang="en-NG" sz="2000" dirty="0">
                <a:solidFill>
                  <a:srgbClr val="FFFFFF"/>
                </a:solidFill>
              </a:rPr>
              <a:t>Slide 9 – Distance CPO Analysis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S</a:t>
            </a:r>
            <a:r>
              <a:rPr lang="en-NG" sz="2000" dirty="0" err="1">
                <a:solidFill>
                  <a:srgbClr val="FFFFFF"/>
                </a:solidFill>
              </a:rPr>
              <a:t>lide</a:t>
            </a:r>
            <a:r>
              <a:rPr lang="en-NG" sz="2000" dirty="0">
                <a:solidFill>
                  <a:srgbClr val="FFFFFF"/>
                </a:solidFill>
              </a:rPr>
              <a:t> 10 - Correlation Heatmap</a:t>
            </a:r>
          </a:p>
          <a:p>
            <a:pPr marL="0" indent="0">
              <a:buNone/>
            </a:pPr>
            <a:r>
              <a:rPr lang="en-NG" sz="2000" dirty="0">
                <a:solidFill>
                  <a:srgbClr val="FFFFFF"/>
                </a:solidFill>
              </a:rPr>
              <a:t>Slide 11 - Feature Importance </a:t>
            </a:r>
          </a:p>
          <a:p>
            <a:pPr marL="0" indent="0">
              <a:buNone/>
            </a:pPr>
            <a:r>
              <a:rPr lang="en-NG" sz="2000" dirty="0">
                <a:solidFill>
                  <a:srgbClr val="FFFFFF"/>
                </a:solidFill>
              </a:rPr>
              <a:t>Slide 12 - Machine Learning Model </a:t>
            </a:r>
            <a:r>
              <a:rPr lang="en-NG" sz="2000" dirty="0" err="1">
                <a:solidFill>
                  <a:srgbClr val="FFFFFF"/>
                </a:solidFill>
              </a:rPr>
              <a:t>Acuracy</a:t>
            </a:r>
            <a:endParaRPr lang="en-NG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S</a:t>
            </a:r>
            <a:r>
              <a:rPr lang="en-NG" sz="2000" dirty="0" err="1">
                <a:solidFill>
                  <a:srgbClr val="FFFFFF"/>
                </a:solidFill>
              </a:rPr>
              <a:t>lide</a:t>
            </a:r>
            <a:r>
              <a:rPr lang="en-NG" sz="2000" dirty="0">
                <a:solidFill>
                  <a:srgbClr val="FFFFFF"/>
                </a:solidFill>
              </a:rPr>
              <a:t> 13 – Model Performance</a:t>
            </a:r>
          </a:p>
          <a:p>
            <a:pPr marL="0" indent="0">
              <a:buNone/>
            </a:pPr>
            <a:r>
              <a:rPr lang="en-NG" sz="2000" dirty="0">
                <a:solidFill>
                  <a:srgbClr val="FFFFFF"/>
                </a:solidFill>
              </a:rPr>
              <a:t>Slide 14 – Final Rank</a:t>
            </a:r>
          </a:p>
          <a:p>
            <a:pPr marL="0" indent="0">
              <a:buNone/>
            </a:pPr>
            <a:r>
              <a:rPr lang="en-NG" sz="2000" dirty="0">
                <a:solidFill>
                  <a:srgbClr val="FFFFFF"/>
                </a:solidFill>
              </a:rPr>
              <a:t>Slide 15 – Recommendation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S</a:t>
            </a:r>
            <a:r>
              <a:rPr lang="en-NG" sz="2000" dirty="0" err="1">
                <a:solidFill>
                  <a:srgbClr val="FFFFFF"/>
                </a:solidFill>
              </a:rPr>
              <a:t>lide</a:t>
            </a:r>
            <a:r>
              <a:rPr lang="en-NG" sz="2000" dirty="0">
                <a:solidFill>
                  <a:srgbClr val="FFFFFF"/>
                </a:solidFill>
              </a:rPr>
              <a:t> 16 -  Conclusion</a:t>
            </a: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120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19266-C886-9600-B802-154E73CF04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11" r="26614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EE0D3-552E-93C7-9E20-C41A321E7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NG" sz="4000"/>
              <a:t>BUSINESS PROBLEM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04DB2-E25E-AA52-1321-1382DCEC2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NG" sz="2000" dirty="0"/>
              <a:t>Over the past several months, the company has experienced increasing delivery cost and longer courier waiting times across multiple cities.</a:t>
            </a:r>
          </a:p>
          <a:p>
            <a:pPr marL="0" indent="0">
              <a:buNone/>
            </a:pPr>
            <a:r>
              <a:rPr lang="en-US" sz="2000" dirty="0"/>
              <a:t>T</a:t>
            </a:r>
            <a:r>
              <a:rPr lang="en-NG" sz="2000" dirty="0" err="1"/>
              <a:t>hese</a:t>
            </a:r>
            <a:r>
              <a:rPr lang="en-NG" sz="2000" dirty="0"/>
              <a:t> inefficiencies may be affecting operational performance, delivery speed and profitability. </a:t>
            </a:r>
            <a:r>
              <a:rPr lang="en-US" sz="2000" dirty="0"/>
              <a:t>T</a:t>
            </a:r>
            <a:r>
              <a:rPr lang="en-NG" sz="2000" dirty="0"/>
              <a:t>he organization needs to understand the key factors driving high </a:t>
            </a:r>
            <a:r>
              <a:rPr lang="en-NG" sz="2000" b="1" dirty="0"/>
              <a:t>cost per order (CPO)</a:t>
            </a:r>
            <a:r>
              <a:rPr lang="en-NG" sz="2000" dirty="0"/>
              <a:t> and </a:t>
            </a:r>
            <a:r>
              <a:rPr lang="en-NG" sz="2000" b="1" dirty="0"/>
              <a:t>courier waiting time in order </a:t>
            </a:r>
            <a:r>
              <a:rPr lang="en-NG" sz="2000" dirty="0"/>
              <a:t>to improve delivery efficiency and optimize strategies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7118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BBFD226-A9C4-7FD5-7426-FBDAC0937B5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932" b="879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E6627-F74B-83CC-A6D6-59971030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NG" dirty="0"/>
              <a:t>DATASET OVERVIEW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8A344B-48BA-ACE2-9017-8617B42C69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770974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15372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499E9B-2C45-92F3-0F32-C422C7D572E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19B20-5CBC-4EF9-BF26-D36959751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NG" b="1" dirty="0">
                <a:latin typeface="Aharoni" panose="020F0502020204030204" pitchFamily="2" charset="-79"/>
                <a:cs typeface="Aharoni" panose="020F0502020204030204" pitchFamily="2" charset="-79"/>
              </a:rPr>
              <a:t>DATA CLEANING PROCESS </a:t>
            </a:r>
            <a:endParaRPr lang="en-US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DC72AB98-F153-4D1D-A09F-F22062356B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1424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3868F-6E28-08B7-21C8-BBCF55796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NG">
                <a:solidFill>
                  <a:schemeClr val="bg1"/>
                </a:solidFill>
              </a:rPr>
              <a:t>PROJECT OBJECTIVE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EF4B9-5694-B2EC-7A32-8C2542E7F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G" dirty="0">
                <a:solidFill>
                  <a:schemeClr val="bg1"/>
                </a:solidFill>
              </a:rPr>
              <a:t>The objective of this analysis is to identify the key factors contributing to high delivery costs and courier delays by analyzing  historical order-level data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990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ECC22-AF27-AA6E-31B4-042162CC2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en-NG" sz="5400" dirty="0"/>
              <a:t>City vs Cost</a:t>
            </a:r>
            <a:br>
              <a:rPr lang="en-NG" sz="5400" dirty="0"/>
            </a:br>
            <a:r>
              <a:rPr lang="en-NG" sz="5400" dirty="0"/>
              <a:t>Analysis</a:t>
            </a:r>
            <a:endParaRPr lang="en-US" sz="5400" dirty="0"/>
          </a:p>
        </p:txBody>
      </p:sp>
      <p:sp>
        <p:nvSpPr>
          <p:cNvPr id="103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D9075E44-6C5D-A17A-EC1A-BEAD0C76C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A</a:t>
            </a:r>
            <a:r>
              <a:rPr lang="en-NG" sz="2200" dirty="0" err="1"/>
              <a:t>nalysis</a:t>
            </a:r>
            <a:r>
              <a:rPr lang="en-NG" sz="2200" dirty="0"/>
              <a:t> shows that BCN has a higher average cost per Order compared to MAD.</a:t>
            </a:r>
          </a:p>
          <a:p>
            <a:pPr marL="0" indent="0">
              <a:buNone/>
            </a:pPr>
            <a:r>
              <a:rPr lang="en-US" sz="2200" dirty="0"/>
              <a:t>D</a:t>
            </a:r>
            <a:r>
              <a:rPr lang="en-NG" sz="2200" dirty="0" err="1"/>
              <a:t>eliveries</a:t>
            </a:r>
            <a:r>
              <a:rPr lang="en-NG" sz="2200" dirty="0"/>
              <a:t> to </a:t>
            </a:r>
            <a:r>
              <a:rPr lang="en-NG" sz="2200" dirty="0" err="1"/>
              <a:t>Becelona</a:t>
            </a:r>
            <a:r>
              <a:rPr lang="en-NG" sz="2200" dirty="0"/>
              <a:t> are generally more expensive for the company </a:t>
            </a:r>
            <a:endParaRPr lang="en-US" sz="2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E82F223-372C-F5E1-A2C5-A7A4E8ACB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684771"/>
            <a:ext cx="6903720" cy="5488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84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Title 1">
            <a:extLst>
              <a:ext uri="{FF2B5EF4-FFF2-40B4-BE49-F238E27FC236}">
                <a16:creationId xmlns:a16="http://schemas.microsoft.com/office/drawing/2014/main" id="{B13DCBA9-960C-3387-580D-6E62A6478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741391"/>
            <a:ext cx="3549649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NG" sz="3200" b="1" kern="1200">
                <a:latin typeface="+mj-lt"/>
                <a:ea typeface="+mj-ea"/>
                <a:cs typeface="+mj-cs"/>
              </a:rPr>
              <a:t>Store by Courier wait time Analysis</a:t>
            </a:r>
            <a:endParaRPr lang="en-US" sz="32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059" name="Content Placeholder 2058">
            <a:extLst>
              <a:ext uri="{FF2B5EF4-FFF2-40B4-BE49-F238E27FC236}">
                <a16:creationId xmlns:a16="http://schemas.microsoft.com/office/drawing/2014/main" id="{F697B105-3F99-2177-D055-BD8F41D2F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346964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T</a:t>
            </a:r>
            <a:r>
              <a:rPr lang="en-NG" sz="2000" dirty="0"/>
              <a:t>his</a:t>
            </a:r>
            <a:r>
              <a:rPr lang="en-US" sz="2000" dirty="0"/>
              <a:t> identifies inefficient stores like store105408.</a:t>
            </a:r>
            <a:br>
              <a:rPr lang="en-US" sz="2000" dirty="0"/>
            </a:br>
            <a:r>
              <a:rPr lang="en-US" sz="2000" dirty="0"/>
              <a:t>It caused the highest courier delays.</a:t>
            </a:r>
            <a:br>
              <a:rPr lang="en-US" sz="2000" dirty="0"/>
            </a:br>
            <a:r>
              <a:rPr lang="en-US" sz="2000" dirty="0"/>
              <a:t>This help operation teams to investigate specific store</a:t>
            </a:r>
            <a:r>
              <a:rPr lang="en-NG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br>
              <a:rPr lang="en-NG" sz="2000" dirty="0"/>
            </a:br>
            <a:endParaRPr lang="en-US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023E005-8B21-AAD1-E86F-3342CA96F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9" r="3" b="3"/>
          <a:stretch>
            <a:fillRect/>
          </a:stretch>
        </p:blipFill>
        <p:spPr bwMode="auto">
          <a:xfrm>
            <a:off x="5089243" y="877413"/>
            <a:ext cx="6222628" cy="504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92" name="Group 2091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089243" y="5858828"/>
            <a:ext cx="6226463" cy="123363"/>
            <a:chOff x="7015162" y="5858828"/>
            <a:chExt cx="4300544" cy="123363"/>
          </a:xfrm>
        </p:grpSpPr>
        <p:sp>
          <p:nvSpPr>
            <p:cNvPr id="2093" name="Rectangle 2092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4" name="Rectangle 2093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589E8BC-6378-E990-090B-E51CE1CD4D8C}"/>
                  </a:ext>
                </a:extLst>
              </p14:cNvPr>
              <p14:cNvContentPartPr/>
              <p14:nvPr/>
            </p14:nvContentPartPr>
            <p14:xfrm>
              <a:off x="8812812" y="1026608"/>
              <a:ext cx="426240" cy="302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589E8BC-6378-E990-090B-E51CE1CD4D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06692" y="1020488"/>
                <a:ext cx="438480" cy="31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8729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0CD25-0330-0EB8-0DEB-39D32F205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D</a:t>
            </a:r>
            <a:r>
              <a:rPr lang="en-NG" sz="3200" b="1" dirty="0" err="1"/>
              <a:t>istance</a:t>
            </a:r>
            <a:r>
              <a:rPr lang="en-NG" sz="3200" b="1" dirty="0"/>
              <a:t> vs Cost per order</a:t>
            </a:r>
            <a:endParaRPr lang="en-US" sz="3200" b="1" dirty="0"/>
          </a:p>
        </p:txBody>
      </p:sp>
      <p:sp>
        <p:nvSpPr>
          <p:cNvPr id="308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F97936C7-B810-BDDC-FC05-7AECD9BF3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NG" sz="2200" dirty="0"/>
              <a:t>Longer deliver distances significantly increase delivery cost.</a:t>
            </a:r>
          </a:p>
          <a:p>
            <a:pPr marL="0" indent="0">
              <a:buNone/>
            </a:pPr>
            <a:r>
              <a:rPr lang="en-NG" sz="2200" dirty="0"/>
              <a:t>This supports distance based pricing strategies</a:t>
            </a:r>
            <a:endParaRPr lang="en-US" sz="2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C2D116B-1BDF-1FD6-46B9-EF1DFB83D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802557"/>
            <a:ext cx="6903720" cy="5298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668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60" name="Group 6159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6161" name="Rectangle 616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2" name="Rectangle 616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6163" name="Rectangle 616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4" name="Rectangle 616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63419CC-4258-D099-84D2-897FE83A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NG" sz="3200">
                <a:solidFill>
                  <a:srgbClr val="FFFFFF"/>
                </a:solidFill>
              </a:rPr>
              <a:t>Correlation Matrix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6150" name="Content Placeholder 6149">
            <a:extLst>
              <a:ext uri="{FF2B5EF4-FFF2-40B4-BE49-F238E27FC236}">
                <a16:creationId xmlns:a16="http://schemas.microsoft.com/office/drawing/2014/main" id="{454F7BBF-1424-6B15-73EC-9E815847C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G" sz="2000" b="1">
                <a:solidFill>
                  <a:srgbClr val="FFFFFF"/>
                </a:solidFill>
              </a:rPr>
              <a:t>Cost Per Order </a:t>
            </a:r>
            <a:r>
              <a:rPr lang="en-NG" sz="2000">
                <a:solidFill>
                  <a:srgbClr val="FFFFFF"/>
                </a:solidFill>
              </a:rPr>
              <a:t>: Strongly driven by distance 0.74, moderately affected by courier waiting time 0.06 and basket size has no effect -0.02</a:t>
            </a:r>
          </a:p>
          <a:p>
            <a:pPr marL="0" indent="0">
              <a:buNone/>
            </a:pPr>
            <a:r>
              <a:rPr lang="en-NG" sz="2000" b="1">
                <a:solidFill>
                  <a:srgbClr val="FFFFFF"/>
                </a:solidFill>
              </a:rPr>
              <a:t>CWT: </a:t>
            </a:r>
            <a:r>
              <a:rPr lang="en-NG" sz="2000">
                <a:solidFill>
                  <a:srgbClr val="FFFFFF"/>
                </a:solidFill>
              </a:rPr>
              <a:t>weakly affected by Distance(0.29) and mostly independent of basket size.</a:t>
            </a:r>
          </a:p>
          <a:p>
            <a:pPr marL="0" indent="0">
              <a:buNone/>
            </a:pPr>
            <a:r>
              <a:rPr lang="en-NG" sz="2000" b="1">
                <a:solidFill>
                  <a:srgbClr val="FFFFFF"/>
                </a:solidFill>
              </a:rPr>
              <a:t>Basket size</a:t>
            </a:r>
            <a:r>
              <a:rPr lang="en-NG" sz="2000">
                <a:solidFill>
                  <a:srgbClr val="FFFFFF"/>
                </a:solidFill>
              </a:rPr>
              <a:t>: no effect on either cost or waiting time</a:t>
            </a:r>
          </a:p>
          <a:p>
            <a:pPr marL="0" indent="0">
              <a:buNone/>
            </a:pPr>
            <a:endParaRPr lang="en-NG" sz="200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2000">
              <a:solidFill>
                <a:srgbClr val="FFFFFF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62D64D5-DD2C-2E97-5756-B6B049A50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72236" y="898634"/>
            <a:ext cx="6213470" cy="5281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3828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22" name="Rectangle 822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B6CE8-26F8-3003-29EF-0AF4D89F2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NG" sz="3800" b="1" dirty="0"/>
              <a:t>Feature Importance Chart </a:t>
            </a:r>
            <a:endParaRPr lang="en-US" sz="3800" b="1" dirty="0"/>
          </a:p>
        </p:txBody>
      </p:sp>
      <p:sp>
        <p:nvSpPr>
          <p:cNvPr id="822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8" name="Content Placeholder 8197">
            <a:extLst>
              <a:ext uri="{FF2B5EF4-FFF2-40B4-BE49-F238E27FC236}">
                <a16:creationId xmlns:a16="http://schemas.microsoft.com/office/drawing/2014/main" id="{CE0CFE78-471D-3F78-76EE-7306DAB1D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NG" sz="1500" dirty="0"/>
              <a:t>Distance (km pick up to delivery) – most important – 0.32. is the strongest predictor of high delivery cost. </a:t>
            </a:r>
            <a:r>
              <a:rPr lang="en-US" sz="1500" dirty="0"/>
              <a:t>M</a:t>
            </a:r>
            <a:r>
              <a:rPr lang="en-NG" sz="1500" dirty="0" err="1"/>
              <a:t>ain</a:t>
            </a:r>
            <a:r>
              <a:rPr lang="en-NG" sz="1500" dirty="0"/>
              <a:t> driver for expensive order</a:t>
            </a:r>
          </a:p>
          <a:p>
            <a:r>
              <a:rPr lang="en-NG" sz="1500" dirty="0"/>
              <a:t>Basket size 0.26 larger order increases delivery complexity</a:t>
            </a:r>
          </a:p>
          <a:p>
            <a:r>
              <a:rPr lang="en-NG" sz="1500" dirty="0"/>
              <a:t>Delivery cost 0.22 fees are standardize and not proportional to real operational cost</a:t>
            </a:r>
          </a:p>
          <a:p>
            <a:r>
              <a:rPr lang="en-US" sz="1500" dirty="0"/>
              <a:t>C</a:t>
            </a:r>
            <a:r>
              <a:rPr lang="en-NG" sz="1500" dirty="0" err="1"/>
              <a:t>ourier</a:t>
            </a:r>
            <a:r>
              <a:rPr lang="en-NG" sz="1500" dirty="0"/>
              <a:t> waiting time 0.19 is the least influential among the four variables</a:t>
            </a:r>
            <a:endParaRPr lang="en-US" sz="15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9B42F02-7D9E-23FB-41BE-392A7B35E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1769" y="1521916"/>
            <a:ext cx="6903720" cy="377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52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69A1F-BE27-E926-E03A-DAB403E8B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NG" sz="4000">
                <a:solidFill>
                  <a:srgbClr val="FFFFFF"/>
                </a:solidFill>
              </a:rPr>
              <a:t>Machine Learning Model Analysis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1E85B8-6EC4-B8D0-406B-2FD798ADB6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44090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8134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852DF-C60D-02AA-B298-1CB65646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NG" sz="4000" b="1" dirty="0"/>
              <a:t>MODEL PERFORMANCE SUMMARY</a:t>
            </a:r>
            <a:endParaRPr lang="en-US" sz="4000" b="1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509EBFF-8567-4EE9-DE09-529B356D0A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33" r="15175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DA68CCB7-DEF0-7833-B14C-E3C65B7EB7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2145169"/>
              </p:ext>
            </p:extLst>
          </p:nvPr>
        </p:nvGraphicFramePr>
        <p:xfrm>
          <a:off x="4336026" y="2409830"/>
          <a:ext cx="7197213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0495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B2149-BFDF-6788-7211-92BD5FA2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</a:t>
            </a:r>
            <a:r>
              <a:rPr lang="en-NG" sz="400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inal Ranking (Overall Performance)</a:t>
            </a:r>
            <a:endParaRPr lang="en-US" sz="400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57234E-9B71-86C5-5E8A-6F76302776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642928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809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lorful math learning objects">
            <a:extLst>
              <a:ext uri="{FF2B5EF4-FFF2-40B4-BE49-F238E27FC236}">
                <a16:creationId xmlns:a16="http://schemas.microsoft.com/office/drawing/2014/main" id="{E2DDF686-7926-2CD5-3B74-AE5C41A852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71" r="32017" b="-1"/>
          <a:stretch>
            <a:fillRect/>
          </a:stretch>
        </p:blipFill>
        <p:spPr>
          <a:xfrm>
            <a:off x="7968222" y="10"/>
            <a:ext cx="4223778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6DF1C7-88AC-A5A4-143A-682F89C41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31188" cy="1322887"/>
          </a:xfrm>
        </p:spPr>
        <p:txBody>
          <a:bodyPr>
            <a:normAutofit/>
          </a:bodyPr>
          <a:lstStyle/>
          <a:p>
            <a:r>
              <a:rPr lang="en-NG" b="1" dirty="0">
                <a:latin typeface="Cambria" panose="02040503050406030204" pitchFamily="18" charset="0"/>
                <a:ea typeface="Cambria" panose="02040503050406030204" pitchFamily="18" charset="0"/>
              </a:rPr>
              <a:t>Recommendations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46E67-1EF3-4E41-E404-B3FEA2D68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94102"/>
            <a:ext cx="6516216" cy="3908585"/>
          </a:xfrm>
        </p:spPr>
        <p:txBody>
          <a:bodyPr>
            <a:normAutofit/>
          </a:bodyPr>
          <a:lstStyle/>
          <a:p>
            <a:r>
              <a:rPr lang="en-NG" sz="2000" dirty="0">
                <a:latin typeface="Cambria" panose="02040503050406030204" pitchFamily="18" charset="0"/>
                <a:ea typeface="Cambria" panose="02040503050406030204" pitchFamily="18" charset="0"/>
              </a:rPr>
              <a:t>Assign orders to the nearest store or courier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NG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mprove</a:t>
            </a:r>
            <a:r>
              <a:rPr lang="en-NG" sz="2000" dirty="0">
                <a:latin typeface="Cambria" panose="02040503050406030204" pitchFamily="18" charset="0"/>
                <a:ea typeface="Cambria" panose="02040503050406030204" pitchFamily="18" charset="0"/>
              </a:rPr>
              <a:t> route optimization system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</a:t>
            </a:r>
            <a:r>
              <a:rPr lang="en-NG" sz="2000" dirty="0">
                <a:latin typeface="Cambria" panose="02040503050406030204" pitchFamily="18" charset="0"/>
                <a:ea typeface="Cambria" panose="02040503050406030204" pitchFamily="18" charset="0"/>
              </a:rPr>
              <a:t>se better packaging or batching system for large order</a:t>
            </a:r>
          </a:p>
          <a:p>
            <a:r>
              <a:rPr lang="en-NG" sz="2000" dirty="0">
                <a:latin typeface="Cambria" panose="02040503050406030204" pitchFamily="18" charset="0"/>
                <a:ea typeface="Cambria" panose="02040503050406030204" pitchFamily="18" charset="0"/>
              </a:rPr>
              <a:t>Notify couriers only when orders are ready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NG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ntroduce</a:t>
            </a:r>
            <a:r>
              <a:rPr lang="en-NG" sz="2000" dirty="0">
                <a:latin typeface="Cambria" panose="02040503050406030204" pitchFamily="18" charset="0"/>
                <a:ea typeface="Cambria" panose="02040503050406030204" pitchFamily="18" charset="0"/>
              </a:rPr>
              <a:t> performance monitoring for slow store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NG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ntegrate</a:t>
            </a:r>
            <a:r>
              <a:rPr lang="en-NG" sz="2000" dirty="0">
                <a:latin typeface="Cambria" panose="02040503050406030204" pitchFamily="18" charset="0"/>
                <a:ea typeface="Cambria" panose="02040503050406030204" pitchFamily="18" charset="0"/>
              </a:rPr>
              <a:t> predictive models for operational planning which will allow company to prevent problems before they occur.</a:t>
            </a:r>
          </a:p>
          <a:p>
            <a:r>
              <a:rPr lang="en-NG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Recommended Model for Deployment is </a:t>
            </a:r>
            <a:r>
              <a:rPr lang="en-NG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XGBoost</a:t>
            </a:r>
            <a:r>
              <a:rPr lang="en-NG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NG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717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7DA3578-E641-763F-2A77-32D95701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NG" sz="3200">
                <a:solidFill>
                  <a:srgbClr val="FFFFFF"/>
                </a:solidFill>
              </a:rPr>
              <a:t>Conclusion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5ECE1-42AE-2D05-78B0-76388E11A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</a:t>
            </a:r>
            <a:r>
              <a:rPr lang="en-NG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NG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shows that distance from store to customer and size of the order are the biggest drivers of cost. Delivery fees and courier waiting time also matter, but less so</a:t>
            </a:r>
            <a:r>
              <a:rPr lang="en-NG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19" name="Graphic 18" descr="Truck">
            <a:extLst>
              <a:ext uri="{FF2B5EF4-FFF2-40B4-BE49-F238E27FC236}">
                <a16:creationId xmlns:a16="http://schemas.microsoft.com/office/drawing/2014/main" id="{FF1B56DE-4A7C-6358-5F38-8F9873E25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6919" y="787114"/>
            <a:ext cx="5283771" cy="528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64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467C9-DE85-933C-555A-FB851456D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NG" sz="4600" dirty="0"/>
              <a:t>THANK YOU FOR LISTENING...</a:t>
            </a:r>
            <a:endParaRPr lang="en-US" sz="4600" dirty="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6A8D4-DAC4-667D-6AD8-54218F190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G" sz="2200" b="1" dirty="0"/>
              <a:t>PRODUCED</a:t>
            </a:r>
          </a:p>
          <a:p>
            <a:pPr marL="0" indent="0">
              <a:buNone/>
            </a:pPr>
            <a:r>
              <a:rPr lang="en-NG" sz="2200" b="1" dirty="0"/>
              <a:t>BY </a:t>
            </a:r>
          </a:p>
          <a:p>
            <a:pPr marL="0" indent="0">
              <a:buNone/>
            </a:pPr>
            <a:r>
              <a:rPr lang="en-NG" sz="2200" b="1" dirty="0"/>
              <a:t>GROUP B INTERNS</a:t>
            </a:r>
            <a:endParaRPr lang="en-US" sz="2200" b="1" dirty="0"/>
          </a:p>
        </p:txBody>
      </p:sp>
      <p:pic>
        <p:nvPicPr>
          <p:cNvPr id="5" name="Picture 4" descr="Close up image of hands applauding">
            <a:extLst>
              <a:ext uri="{FF2B5EF4-FFF2-40B4-BE49-F238E27FC236}">
                <a16:creationId xmlns:a16="http://schemas.microsoft.com/office/drawing/2014/main" id="{EFE66F46-AECA-610B-759E-AF47B368C2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66" r="1358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281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792</Words>
  <Application>Microsoft Office PowerPoint</Application>
  <PresentationFormat>Widescreen</PresentationFormat>
  <Paragraphs>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Aharoni</vt:lpstr>
      <vt:lpstr>Aptos</vt:lpstr>
      <vt:lpstr>Aptos Display</vt:lpstr>
      <vt:lpstr>Arial</vt:lpstr>
      <vt:lpstr>Cambria</vt:lpstr>
      <vt:lpstr>Office Theme</vt:lpstr>
      <vt:lpstr>DELIVERY OPERATION ANALYSIS</vt:lpstr>
      <vt:lpstr>PRESENTATION STRUCTURE</vt:lpstr>
      <vt:lpstr>BUSINESS PROBLEM</vt:lpstr>
      <vt:lpstr>DATASET OVERVIEW</vt:lpstr>
      <vt:lpstr>DATA CLEANING PROCESS </vt:lpstr>
      <vt:lpstr>PROJECT OBJECTIVE</vt:lpstr>
      <vt:lpstr>City vs Cost Analysis</vt:lpstr>
      <vt:lpstr>Store by Courier wait time Analysis</vt:lpstr>
      <vt:lpstr>Distance vs Cost per order</vt:lpstr>
      <vt:lpstr>Correlation Matrix</vt:lpstr>
      <vt:lpstr>Feature Importance Chart </vt:lpstr>
      <vt:lpstr>Machine Learning Model Analysis</vt:lpstr>
      <vt:lpstr>MODEL PERFORMANCE SUMMARY</vt:lpstr>
      <vt:lpstr>Final Ranking (Overall Performance)</vt:lpstr>
      <vt:lpstr>Recommendations</vt:lpstr>
      <vt:lpstr>Conclusion</vt:lpstr>
      <vt:lpstr>THANK YOU FOR LISTENING...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Lukman Musa</dc:creator>
  <cp:lastModifiedBy>Lukman Musa</cp:lastModifiedBy>
  <cp:revision>3</cp:revision>
  <dcterms:created xsi:type="dcterms:W3CDTF">2026-03-06T23:34:55Z</dcterms:created>
  <dcterms:modified xsi:type="dcterms:W3CDTF">2026-03-08T21:50:09Z</dcterms:modified>
</cp:coreProperties>
</file>